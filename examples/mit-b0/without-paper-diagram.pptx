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25aff4a80d4636" /><Relationship Type="http://schemas.openxmlformats.org/officeDocument/2006/relationships/extended-properties" Target="/docProps/app.xml" Id="Red84c202ea424d98" /><Relationship Type="http://schemas.openxmlformats.org/officeDocument/2006/relationships/officeDocument" Target="/ppt/presentation.xml" Id="Re1ce785e18ec43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446aa1e2244f48"/>
  </p:sldMasterIdLst>
  <p:notesMasterIdLst>
    <p:notesMasterId xmlns:r="http://schemas.openxmlformats.org/officeDocument/2006/relationships" r:id="Rcb9cc86a2e1644f1"/>
  </p:notesMasterIdLst>
  <p:sldIdLst>
    <p:sldId xmlns:r="http://schemas.openxmlformats.org/officeDocument/2006/relationships" id="256" r:id="R5ec20eff27de4b5d"/>
  </p:sldIdLst>
  <p:sldSz cx="9753600" cy="581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3cfe9574684731" /><Relationship Type="http://schemas.openxmlformats.org/officeDocument/2006/relationships/slideMaster" Target="/ppt/slideMasters/slideMaster1.xml" Id="R57446aa1e2244f48" /><Relationship Type="http://schemas.openxmlformats.org/officeDocument/2006/relationships/notesMaster" Target="/ppt/notesMasters/notesMaster1.xml" Id="Rcb9cc86a2e1644f1" /><Relationship Type="http://schemas.openxmlformats.org/officeDocument/2006/relationships/presProps" Target="/ppt/presProps.xml" Id="R59881a484dc5498b" /><Relationship Type="http://schemas.openxmlformats.org/officeDocument/2006/relationships/tableStyles" Target="/ppt/tableStyles.xml" Id="Rf7cdea249b6d4339" /><Relationship Type="http://schemas.openxmlformats.org/officeDocument/2006/relationships/slide" Target="/ppt/slides/slide1.xml" Id="R5ec20eff27de4b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0b6f453ac40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8584828df24d9a" /><Relationship Type="http://schemas.openxmlformats.org/officeDocument/2006/relationships/notesMaster" Target="/ppt/notesMasters/notesMaster1.xml" Id="R3471d3a730ab4c5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aa3f6e854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c8a6058d24e22" /><Relationship Type="http://schemas.openxmlformats.org/officeDocument/2006/relationships/slideLayout" Target="/ppt/slideLayouts/slideLayout1.xml" Id="Rf807588c6c1b4c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7588c6c1b4c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2424340bf4222" /><Relationship Type="http://schemas.openxmlformats.org/officeDocument/2006/relationships/image" Target="/ppt/media/image.png" Id="Rf504bb7556ca467c" /><Relationship Type="http://schemas.openxmlformats.org/officeDocument/2006/relationships/image" Target="/ppt/media/image2.png" Id="R517cb61c221e4c21" /><Relationship Type="http://schemas.openxmlformats.org/officeDocument/2006/relationships/image" Target="/ppt/media/image3.png" Id="R15c4906c9f404362" /><Relationship Type="http://schemas.openxmlformats.org/officeDocument/2006/relationships/image" Target="/ppt/media/image4.png" Id="Rcf30804e27d5443b" /><Relationship Type="http://schemas.openxmlformats.org/officeDocument/2006/relationships/notesSlide" Target="/ppt/notesSlides/notesSlide1.xml" Id="R59c386149f3249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0" name="object-1">
            <a:extLst xmlns:a="http://schemas.openxmlformats.org/drawingml/2006/main">
              <a:ext uri="{FF2B5EF4-FFF2-40B4-BE49-F238E27FC236}">
                <a16:creationId xmlns:a16="http://schemas.microsoft.com/office/drawing/2014/main" id="{763DC3F4-B41C-4A42-AB97-6832045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85800"/>
            <a:ext cx="3752850" cy="215265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EFF8F9"/>
          </a:solidFill>
          <a:ln xmlns:a="http://schemas.openxmlformats.org/drawingml/2006/main" w="0">
            <a:noFill/>
          </a:ln>
        </p:spPr>
      </p:sp>
      <p:sp>
        <p:nvSpPr>
          <p:cNvPr id="2" name="object-2">
            <a:extLst xmlns:a="http://schemas.openxmlformats.org/drawingml/2006/main">
              <a:ext uri="{FF2B5EF4-FFF2-40B4-BE49-F238E27FC236}">
                <a16:creationId xmlns:a16="http://schemas.microsoft.com/office/drawing/2014/main" id="{A88D926E-24D4-4D5D-900A-28AD99D3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85800"/>
            <a:ext cx="3209925" cy="215265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4F2F7"/>
          </a:solidFill>
          <a:ln xmlns:a="http://schemas.openxmlformats.org/drawingml/2006/main" w="0">
            <a:noFill/>
          </a:ln>
        </p:spPr>
      </p:sp>
      <p:sp>
        <p:nvSpPr>
          <p:cNvPr id="3" name="object-3">
            <a:extLst xmlns:a="http://schemas.openxmlformats.org/drawingml/2006/main">
              <a:ext uri="{FF2B5EF4-FFF2-40B4-BE49-F238E27FC236}">
                <a16:creationId xmlns:a16="http://schemas.microsoft.com/office/drawing/2014/main" id="{9660D956-2FAB-43BC-86C7-AA35C98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86075"/>
            <a:ext cx="3905250" cy="2895600"/>
          </a:xfrm>
          <a:prstGeom xmlns:a="http://schemas.openxmlformats.org/drawingml/2006/main" prst="roundRect">
            <a:avLst>
              <a:gd name="adj" fmla="val 2303"/>
            </a:avLst>
          </a:prstGeom>
          <a:solidFill xmlns:a="http://schemas.openxmlformats.org/drawingml/2006/main">
            <a:srgbClr val="F3EFF7"/>
          </a:solidFill>
          <a:ln xmlns:a="http://schemas.openxmlformats.org/drawingml/2006/main" w="0">
            <a:noFill/>
          </a:ln>
        </p:spPr>
      </p:sp>
      <p:sp>
        <p:nvSpPr>
          <p:cNvPr id="4" name="object-4">
            <a:extLst xmlns:a="http://schemas.openxmlformats.org/drawingml/2006/main">
              <a:ext uri="{FF2B5EF4-FFF2-40B4-BE49-F238E27FC236}">
                <a16:creationId xmlns:a16="http://schemas.microsoft.com/office/drawing/2014/main" id="{BCA0833C-84B2-4747-A5D2-675B5552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86075"/>
            <a:ext cx="2647950" cy="2895600"/>
          </a:xfrm>
          <a:prstGeom xmlns:a="http://schemas.openxmlformats.org/drawingml/2006/main" prst="roundRect">
            <a:avLst>
              <a:gd name="adj" fmla="val 2518"/>
            </a:avLst>
          </a:prstGeom>
          <a:solidFill xmlns:a="http://schemas.openxmlformats.org/drawingml/2006/main">
            <a:srgbClr val="FBEFEC"/>
          </a:solidFill>
          <a:ln xmlns:a="http://schemas.openxmlformats.org/drawingml/2006/main" w="0">
            <a:noFill/>
          </a:ln>
        </p:spPr>
      </p:sp>
      <p:sp>
        <p:nvSpPr>
          <p:cNvPr id="5" name="object-5">
            <a:extLst xmlns:a="http://schemas.openxmlformats.org/drawingml/2006/main">
              <a:ext uri="{FF2B5EF4-FFF2-40B4-BE49-F238E27FC236}">
                <a16:creationId xmlns:a16="http://schemas.microsoft.com/office/drawing/2014/main" id="{53CEF443-72D9-4972-AD41-69DE22A0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85800"/>
            <a:ext cx="2066925" cy="5095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CF8EC"/>
          </a:solidFill>
          <a:ln xmlns:a="http://schemas.openxmlformats.org/drawingml/2006/main" w="0">
            <a:noFill/>
          </a:ln>
        </p:spPr>
      </p:sp>
      <p:sp>
        <p:nvSpPr>
          <p:cNvPr id="6" name="object-6">
            <a:extLst xmlns:a="http://schemas.openxmlformats.org/drawingml/2006/main">
              <a:ext uri="{FF2B5EF4-FFF2-40B4-BE49-F238E27FC236}">
                <a16:creationId xmlns:a16="http://schemas.microsoft.com/office/drawing/2014/main" id="{8E0E8F85-CAE2-4647-8700-8BF3390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85800"/>
            <a:ext cx="37528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EE9EC"/>
          </a:solidFill>
          <a:ln xmlns:a="http://schemas.openxmlformats.org/drawingml/2006/main" w="0">
            <a:noFill/>
          </a:ln>
        </p:spPr>
      </p:sp>
      <p:sp>
        <p:nvSpPr>
          <p:cNvPr id="7" name="object-7">
            <a:extLst xmlns:a="http://schemas.openxmlformats.org/drawingml/2006/main">
              <a:ext uri="{FF2B5EF4-FFF2-40B4-BE49-F238E27FC236}">
                <a16:creationId xmlns:a16="http://schemas.microsoft.com/office/drawing/2014/main" id="{A07EC6C4-30E6-41ED-B641-B08781E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85800"/>
            <a:ext cx="3209925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CD6E8"/>
          </a:solidFill>
          <a:ln xmlns:a="http://schemas.openxmlformats.org/drawingml/2006/main" w="0">
            <a:noFill/>
          </a:ln>
        </p:spPr>
      </p:sp>
      <p:sp>
        <p:nvSpPr>
          <p:cNvPr id="8" name="object-8">
            <a:extLst xmlns:a="http://schemas.openxmlformats.org/drawingml/2006/main">
              <a:ext uri="{FF2B5EF4-FFF2-40B4-BE49-F238E27FC236}">
                <a16:creationId xmlns:a16="http://schemas.microsoft.com/office/drawing/2014/main" id="{1631BB36-2371-481E-A062-89BE504D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85800"/>
            <a:ext cx="168592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7ECD2"/>
          </a:solidFill>
          <a:ln xmlns:a="http://schemas.openxmlformats.org/drawingml/2006/main" w="0">
            <a:noFill/>
          </a:ln>
        </p:spPr>
      </p:sp>
      <p:sp>
        <p:nvSpPr>
          <p:cNvPr id="9" name="object-9">
            <a:extLst xmlns:a="http://schemas.openxmlformats.org/drawingml/2006/main">
              <a:ext uri="{FF2B5EF4-FFF2-40B4-BE49-F238E27FC236}">
                <a16:creationId xmlns:a16="http://schemas.microsoft.com/office/drawing/2014/main" id="{D6FC42B8-F716-403F-90AA-D232EDA0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MiT-B0 Dense–Query Revision Segmentation</a:t>
            </a:r>
          </a:p>
        </p:txBody>
      </p:sp>
      <p:sp>
        <p:nvSpPr>
          <p:cNvPr id="10" name="object-10">
            <a:extLst xmlns:a="http://schemas.openxmlformats.org/drawingml/2006/main">
              <a:ext uri="{FF2B5EF4-FFF2-40B4-BE49-F238E27FC236}">
                <a16:creationId xmlns:a16="http://schemas.microsoft.com/office/drawing/2014/main" id="{222EA687-78B6-4A41-8A73-0CF59CB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 architecture for single-line handwritten revision instance segmentation</a:t>
            </a:r>
          </a:p>
        </p:txBody>
      </p:sp>
      <p:sp>
        <p:nvSpPr>
          <p:cNvPr id="11" name="object-11">
            <a:extLst xmlns:a="http://schemas.openxmlformats.org/drawingml/2006/main">
              <a:ext uri="{FF2B5EF4-FFF2-40B4-BE49-F238E27FC236}">
                <a16:creationId xmlns:a16="http://schemas.microsoft.com/office/drawing/2014/main" id="{CFB22292-08ED-46EA-BDB5-B0C05CC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4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MiT-B0 encoder</a:t>
            </a:r>
          </a:p>
        </p:txBody>
      </p:sp>
      <p:sp>
        <p:nvSpPr>
          <p:cNvPr id="12" name="object-12">
            <a:extLst xmlns:a="http://schemas.openxmlformats.org/drawingml/2006/main">
              <a:ext uri="{FF2B5EF4-FFF2-40B4-BE49-F238E27FC236}">
                <a16:creationId xmlns:a16="http://schemas.microsoft.com/office/drawing/2014/main" id="{44ACB69B-613F-4C59-9307-CA981611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04850"/>
            <a:ext cx="3133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Dense pixel pathway</a:t>
            </a:r>
          </a:p>
        </p:txBody>
      </p:sp>
      <p:sp>
        <p:nvSpPr>
          <p:cNvPr id="13" name="object-13">
            <a:extLst xmlns:a="http://schemas.openxmlformats.org/drawingml/2006/main">
              <a:ext uri="{FF2B5EF4-FFF2-40B4-BE49-F238E27FC236}">
                <a16:creationId xmlns:a16="http://schemas.microsoft.com/office/drawing/2014/main" id="{9624DBC0-D09D-492D-AA95-0518AA48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23900"/>
            <a:ext cx="1647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Outputs and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auxiliary fusion</a:t>
            </a:r>
          </a:p>
        </p:txBody>
      </p:sp>
      <p:sp>
        <p:nvSpPr>
          <p:cNvPr id="14" name="object-14">
            <a:extLst xmlns:a="http://schemas.openxmlformats.org/drawingml/2006/main">
              <a:ext uri="{FF2B5EF4-FFF2-40B4-BE49-F238E27FC236}">
                <a16:creationId xmlns:a16="http://schemas.microsoft.com/office/drawing/2014/main" id="{0D4A9728-F625-4EF9-BB67-155BBFE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72125"/>
            <a:ext cx="3781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Shared feature pathway</a:t>
            </a:r>
          </a:p>
        </p:txBody>
      </p:sp>
      <p:sp>
        <p:nvSpPr>
          <p:cNvPr id="15" name="object-15">
            <a:extLst xmlns:a="http://schemas.openxmlformats.org/drawingml/2006/main">
              <a:ext uri="{FF2B5EF4-FFF2-40B4-BE49-F238E27FC236}">
                <a16:creationId xmlns:a16="http://schemas.microsoft.com/office/drawing/2014/main" id="{B6477696-67C1-4B1A-8CBE-37FDB2F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572125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Query-based instances</a:t>
            </a:r>
          </a:p>
        </p:txBody>
      </p:sp>
      <p:sp>
        <p:nvSpPr>
          <p:cNvPr id="16" name="object-16">
            <a:extLst xmlns:a="http://schemas.openxmlformats.org/drawingml/2006/main">
              <a:ext uri="{FF2B5EF4-FFF2-40B4-BE49-F238E27FC236}">
                <a16:creationId xmlns:a16="http://schemas.microsoft.com/office/drawing/2014/main" id="{1DB31B80-9968-4B9E-8622-1D55B82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57212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Outputs and auxiliary fusion</a:t>
            </a:r>
          </a:p>
        </p:txBody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958C0646-A48A-49AD-A77E-A6500426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DA7A998-9784-4477-B614-0341659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0C96CC4B-1B24-4A26-8A29-36C527F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047750"/>
            <a:ext cx="5962650" cy="876300"/>
          </a:xfrm>
          <a:custGeom xmlns:a="http://schemas.openxmlformats.org/drawingml/2006/main">
            <a:pathLst>
              <a:path w="5962650" h="876300">
                <a:moveTo>
                  <a:pt x="0" y="876300"/>
                </a:moveTo>
                <a:lnTo>
                  <a:pt x="0" y="0"/>
                </a:lnTo>
                <a:lnTo>
                  <a:pt x="5962650" y="0"/>
                </a:lnTo>
                <a:lnTo>
                  <a:pt x="5962650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0A4B0"/>
            </a:solidFill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E04B6D9C-6618-4BAD-B9CF-ABA2EF7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95" y="183832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0A4B0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51771A50-A467-4432-8E3C-2AD2B2E6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47950"/>
            <a:ext cx="3181350" cy="142875"/>
          </a:xfrm>
          <a:custGeom xmlns:a="http://schemas.openxmlformats.org/drawingml/2006/main">
            <a:pathLst>
              <a:path w="3181350" h="142875">
                <a:moveTo>
                  <a:pt x="0" y="0"/>
                </a:moveTo>
                <a:lnTo>
                  <a:pt x="0" y="142875"/>
                </a:lnTo>
                <a:lnTo>
                  <a:pt x="318135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A18AB5"/>
            </a:solidFill>
            <a:prstDash val="dash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E08CFF8A-2F87-4DA7-B21D-A656AA61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6034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85A5F6AC-0EC4-4FB9-93E1-AFC2F26B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33575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C1B2A477-4939-45FD-B7B0-BEDBF46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8C5B0DFE-6591-4167-9A1D-8E2E0394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33575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93632708-11E1-42DE-842D-4EB8299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D8FCE4BA-4175-4C8D-884A-C625CC38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33575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C695933C-7D70-4D07-88E3-C866A09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D5C27808-EF74-4120-A225-F590AE28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352675" cy="1362075"/>
          </a:xfrm>
          <a:custGeom xmlns:a="http://schemas.openxmlformats.org/drawingml/2006/main">
            <a:pathLst>
              <a:path w="2352675" h="1362075">
                <a:moveTo>
                  <a:pt x="2352675" y="0"/>
                </a:moveTo>
                <a:lnTo>
                  <a:pt x="2352675" y="819150"/>
                </a:lnTo>
                <a:lnTo>
                  <a:pt x="0" y="819150"/>
                </a:lnTo>
                <a:lnTo>
                  <a:pt x="0" y="1362075"/>
                </a:lnTo>
                <a:lnTo>
                  <a:pt x="257175" y="13620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4B3763B4-2E5E-43D2-968E-D01B6B7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7472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31" name="object-31">
            <a:extLst xmlns:a="http://schemas.openxmlformats.org/drawingml/2006/main">
              <a:ext uri="{FF2B5EF4-FFF2-40B4-BE49-F238E27FC236}">
                <a16:creationId xmlns:a16="http://schemas.microsoft.com/office/drawing/2014/main" id="{7EB16F78-CDFA-467A-9157-221BCA7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Ink cue</a:t>
            </a:r>
          </a:p>
        </p:txBody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641430AA-2586-4265-B12C-B8C3062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33575"/>
            <a:ext cx="1981200" cy="819150"/>
          </a:xfrm>
          <a:custGeom xmlns:a="http://schemas.openxmlformats.org/drawingml/2006/main">
            <a:pathLst>
              <a:path w="1981200" h="819150">
                <a:moveTo>
                  <a:pt x="0" y="0"/>
                </a:moveTo>
                <a:lnTo>
                  <a:pt x="0" y="819150"/>
                </a:lnTo>
                <a:lnTo>
                  <a:pt x="198120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A31BD9CC-C0A2-4EF4-A7EB-1B5E1122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224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17223302-2969-4767-8FF8-BC2D44F9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2800350" cy="2133600"/>
          </a:xfrm>
          <a:custGeom xmlns:a="http://schemas.openxmlformats.org/drawingml/2006/main">
            <a:pathLst>
              <a:path w="2800350" h="2133600">
                <a:moveTo>
                  <a:pt x="2800350" y="0"/>
                </a:moveTo>
                <a:lnTo>
                  <a:pt x="2800350" y="1028700"/>
                </a:lnTo>
                <a:lnTo>
                  <a:pt x="0" y="1028700"/>
                </a:lnTo>
                <a:lnTo>
                  <a:pt x="0" y="2133600"/>
                </a:lnTo>
                <a:lnTo>
                  <a:pt x="219075" y="21336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A18AB5"/>
            </a:solidFill>
            <a:prstDash val="dash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1954E8C3-D7B0-44F3-8AC1-07A500D7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6052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9AD0491A-2B80-4A4A-9699-B058702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33575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D2DF822A-D579-49D5-B7D6-0C5B9729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C8B14ADB-16DA-46ED-83CE-9AE8E5D9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933575"/>
            <a:ext cx="200025" cy="95"/>
          </a:xfrm>
          <a:custGeom xmlns:a="http://schemas.openxmlformats.org/drawingml/2006/main"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561C7AB0-A3E7-4746-B9EC-ECE76848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6B76C527-488D-4445-BE4C-F90E4A08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335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94893739-E795-4E56-98E0-A099F80A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030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84A95075-BAC1-490A-865D-9B0E7398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62375"/>
            <a:ext cx="95" cy="285750"/>
          </a:xfrm>
          <a:custGeom xmlns:a="http://schemas.openxmlformats.org/drawingml/2006/main"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0D9200DF-BAFE-4BBB-B281-B4086AD4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397192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4D2AD437-F8CD-485C-AEB0-E1B2C171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48175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6BC13DA2-94DD-41D6-BDF4-0E3FEFE1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4176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D4CAA855-BBAC-4AC0-A9B7-E5795080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91000"/>
            <a:ext cx="304800" cy="95"/>
          </a:xfrm>
          <a:custGeom xmlns:a="http://schemas.openxmlformats.org/drawingml/2006/main"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9BA0328A-696A-492B-ADB4-1F7079C7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6052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3F2D12B0-8EEC-40DB-BF8C-9C73A5DF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81500"/>
            <a:ext cx="304800" cy="95"/>
          </a:xfrm>
          <a:custGeom xmlns:a="http://schemas.openxmlformats.org/drawingml/2006/main"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FE22ED9E-7E5B-4D53-AF77-0689FE80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5102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8229A724-8E63-431D-A076-BB4CF4A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62375"/>
            <a:ext cx="95" cy="295275"/>
          </a:xfrm>
          <a:custGeom xmlns:a="http://schemas.openxmlformats.org/drawingml/2006/main">
            <a:pathLst>
              <a:path w="9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A18AB5"/>
            </a:solidFill>
            <a:prstDash val="dash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EDA488A5-C169-499D-9E7D-E5DE54F7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395" y="3981450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B793D70B-B1FE-4174-9E94-BE4C5094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0075"/>
            <a:ext cx="809625" cy="409575"/>
          </a:xfrm>
          <a:custGeom xmlns:a="http://schemas.openxmlformats.org/drawingml/2006/main">
            <a:pathLst>
              <a:path w="809625" h="409575">
                <a:moveTo>
                  <a:pt x="0" y="0"/>
                </a:moveTo>
                <a:lnTo>
                  <a:pt x="581025" y="0"/>
                </a:lnTo>
                <a:lnTo>
                  <a:pt x="581025" y="409575"/>
                </a:lnTo>
                <a:lnTo>
                  <a:pt x="809625" y="4095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5D3DCD3C-D2EC-4F7C-8C4C-E73991AA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7891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B82A38C2-197D-412D-A737-5445B6E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19600"/>
            <a:ext cx="228600" cy="809625"/>
          </a:xfrm>
          <a:custGeom xmlns:a="http://schemas.openxmlformats.org/drawingml/2006/main">
            <a:pathLst>
              <a:path w="228600" h="809625">
                <a:moveTo>
                  <a:pt x="0" y="0"/>
                </a:moveTo>
                <a:lnTo>
                  <a:pt x="0" y="809625"/>
                </a:lnTo>
                <a:lnTo>
                  <a:pt x="228600" y="80962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75E1AC47-892C-4661-8746-ECA2B701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19874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C58B0478-387D-4D91-8986-FA841A13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533775"/>
            <a:ext cx="161925" cy="885825"/>
          </a:xfrm>
          <a:custGeom xmlns:a="http://schemas.openxmlformats.org/drawingml/2006/main">
            <a:pathLst>
              <a:path w="161925" h="885825">
                <a:moveTo>
                  <a:pt x="0" y="885825"/>
                </a:moveTo>
                <a:lnTo>
                  <a:pt x="0" y="0"/>
                </a:ln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F12AF621-C6AD-448B-ADFD-9FC981EE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32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E8FE6E58-A900-4DC1-AA36-D0D79A6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337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DC3F0385-95A7-47E8-958C-1135555D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032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1920ECAE-3512-401F-852F-7678FED2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1104900" cy="819150"/>
          </a:xfrm>
          <a:custGeom xmlns:a="http://schemas.openxmlformats.org/drawingml/2006/main">
            <a:pathLst>
              <a:path w="1104900" h="819150">
                <a:moveTo>
                  <a:pt x="0" y="0"/>
                </a:moveTo>
                <a:lnTo>
                  <a:pt x="123825" y="0"/>
                </a:lnTo>
                <a:lnTo>
                  <a:pt x="123825" y="819150"/>
                </a:lnTo>
                <a:lnTo>
                  <a:pt x="110490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3FB75FD4-BA5A-4BFE-8EAA-F80B4696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81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6C87009E-43D3-4C47-8E5B-15E4A7E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33775"/>
            <a:ext cx="285750" cy="95"/>
          </a:xfrm>
          <a:custGeom xmlns:a="http://schemas.openxmlformats.org/drawingml/2006/main">
            <a:pathLst>
              <a:path w="285750" h="9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A0250ECF-A038-446D-8DBE-B50C3978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032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304CFEE2-64FE-4559-874E-BECE3D4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1009650" cy="552450"/>
          </a:xfrm>
          <a:custGeom xmlns:a="http://schemas.openxmlformats.org/drawingml/2006/main">
            <a:pathLst>
              <a:path w="1009650" h="552450">
                <a:moveTo>
                  <a:pt x="1009650" y="0"/>
                </a:moveTo>
                <a:lnTo>
                  <a:pt x="1009650" y="95250"/>
                </a:lnTo>
                <a:lnTo>
                  <a:pt x="0" y="95250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3B8F7C23-2A29-483D-B4B1-FEBBBA0D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145" y="3333750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BC777257-9EE7-40CA-8936-565CF0D2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A18AB5"/>
            </a:solidFill>
            <a:prstDash val="dash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190E8168-B408-44AE-964C-17A6B913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3508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2C563366-8C42-40DC-827E-7E6B7904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52850"/>
            <a:ext cx="457200" cy="571500"/>
          </a:xfrm>
          <a:custGeom xmlns:a="http://schemas.openxmlformats.org/drawingml/2006/main">
            <a:pathLst>
              <a:path w="457200" h="571500">
                <a:moveTo>
                  <a:pt x="0" y="571500"/>
                </a:moveTo>
                <a:lnTo>
                  <a:pt x="0" y="0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A18AB5"/>
            </a:solidFill>
            <a:prstDash val="dash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8391B3B9-8C63-4851-8F5E-58CD63C4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223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465F308A-14A2-4F1C-9F5A-8DEE8917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95" cy="333375"/>
          </a:xfrm>
          <a:custGeom xmlns:a="http://schemas.openxmlformats.org/drawingml/2006/main">
            <a:pathLst>
              <a:path w="9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CB584B6E-636F-4A95-B2EF-AC3BD57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020" y="423862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8E6B53CB-DBE4-443D-A152-A7B3C82D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3775"/>
            <a:ext cx="342900" cy="95"/>
          </a:xfrm>
          <a:custGeom xmlns:a="http://schemas.openxmlformats.org/drawingml/2006/main"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CA9DF7EB-0088-4494-B087-E0A85CA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32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699023CF-4A6E-4177-9CC6-DB34D537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33775"/>
            <a:ext cx="504825" cy="904875"/>
          </a:xfrm>
          <a:custGeom xmlns:a="http://schemas.openxmlformats.org/drawingml/2006/main">
            <a:pathLst>
              <a:path w="504825" h="904875">
                <a:moveTo>
                  <a:pt x="504825" y="0"/>
                </a:moveTo>
                <a:lnTo>
                  <a:pt x="504825" y="904875"/>
                </a:lnTo>
                <a:lnTo>
                  <a:pt x="0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C3C1ABC4-EFD3-4F9A-B5C0-DD152AF2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8170"/>
            <a:ext cx="76200" cy="60960"/>
          </a:xfrm>
          <a:custGeom xmlns:a="http://schemas.openxmlformats.org/drawingml/2006/main">
            <a:pathLst>
              <a:path w="76200" h="60960">
                <a:moveTo>
                  <a:pt x="0" y="30480"/>
                </a:moveTo>
                <a:lnTo>
                  <a:pt x="76200" y="60960"/>
                </a:lnTo>
                <a:lnTo>
                  <a:pt x="56388" y="30480"/>
                </a:lnTo>
                <a:lnTo>
                  <a:pt x="7620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30CDA45E-2EDD-420A-98F3-DA666B45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52950"/>
            <a:ext cx="95" cy="600075"/>
          </a:xfrm>
          <a:custGeom xmlns:a="http://schemas.openxmlformats.org/drawingml/2006/main">
            <a:pathLst>
              <a:path w="95" h="600075">
                <a:moveTo>
                  <a:pt x="0" y="600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A18AB5"/>
            </a:solidFill>
            <a:prstDash val="dash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C7CFEC9A-0CED-4601-ABAA-ACE9EF51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020" y="4552950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0"/>
                </a:moveTo>
                <a:lnTo>
                  <a:pt x="0" y="76200"/>
                </a:lnTo>
                <a:lnTo>
                  <a:pt x="30480" y="56388"/>
                </a:lnTo>
                <a:lnTo>
                  <a:pt x="60960" y="76200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9A8CBB9D-5DF1-40F6-9902-C7E8ACD4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819650"/>
            <a:ext cx="285750" cy="85725"/>
          </a:xfrm>
          <a:custGeom xmlns:a="http://schemas.openxmlformats.org/drawingml/2006/main">
            <a:pathLst>
              <a:path w="285750" h="85725">
                <a:moveTo>
                  <a:pt x="0" y="0"/>
                </a:moveTo>
                <a:lnTo>
                  <a:pt x="285750" y="0"/>
                </a:lnTo>
                <a:lnTo>
                  <a:pt x="2857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4ECE6248-5CCA-4437-B222-FB97E2D9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095875"/>
            <a:ext cx="285750" cy="133350"/>
          </a:xfrm>
          <a:custGeom xmlns:a="http://schemas.openxmlformats.org/drawingml/2006/main">
            <a:pathLst>
              <a:path w="285750" h="133350">
                <a:moveTo>
                  <a:pt x="0" y="133350"/>
                </a:moveTo>
                <a:lnTo>
                  <a:pt x="285750" y="133350"/>
                </a:ln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09CD692B-A335-4B97-ACF4-EB300FC3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45" y="509587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0"/>
                </a:moveTo>
                <a:lnTo>
                  <a:pt x="0" y="76200"/>
                </a:lnTo>
                <a:lnTo>
                  <a:pt x="30480" y="56388"/>
                </a:lnTo>
                <a:lnTo>
                  <a:pt x="60960" y="762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9C7D6054-DC54-4D50-8BB3-1A9E6488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00625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F07FEC90-60D7-467E-A6B0-6036F2E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7014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7CD6454F-BFFC-4347-8E56-EF22D34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361950" cy="171450"/>
          </a:xfrm>
          <a:custGeom xmlns:a="http://schemas.openxmlformats.org/drawingml/2006/main">
            <a:pathLst>
              <a:path w="361950" h="171450">
                <a:moveTo>
                  <a:pt x="0" y="171450"/>
                </a:moveTo>
                <a:lnTo>
                  <a:pt x="161925" y="171450"/>
                </a:lnTo>
                <a:lnTo>
                  <a:pt x="161925" y="0"/>
                </a:ln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BDA26A24-3C0A-46BA-A969-6E42554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13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E5FF2A29-CA9C-4D54-8844-2B15BD4D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95" cy="381000"/>
          </a:xfrm>
          <a:custGeom xmlns:a="http://schemas.openxmlformats.org/drawingml/2006/main">
            <a:pathLst>
              <a:path w="9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8255B1FE-DDAD-4B68-B83F-19FDB741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520" y="3105150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9CC623D7-53F1-4A8C-8C19-74528F82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666750" cy="1038225"/>
          </a:xfrm>
          <a:custGeom xmlns:a="http://schemas.openxmlformats.org/drawingml/2006/main">
            <a:pathLst>
              <a:path w="666750" h="1038225">
                <a:moveTo>
                  <a:pt x="666750" y="0"/>
                </a:moveTo>
                <a:lnTo>
                  <a:pt x="666750" y="304800"/>
                </a:lnTo>
                <a:lnTo>
                  <a:pt x="0" y="304800"/>
                </a:lnTo>
                <a:lnTo>
                  <a:pt x="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262DF69F-85CA-479C-9FF5-E86DB06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70" y="452437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EDBF4D89-29E1-4444-ABC3-5E7B84FB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7677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CFF25705-2282-4283-9309-504C5D9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462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DA14BB81-BF86-45CB-994D-F3D9AE03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D1F04224-514C-476A-B638-E3515A7F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8272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F4EB8EAD-0B59-41FE-9F30-B875F5D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48250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8F5420D3-6A76-4E16-8640-5C6BAED6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177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485D7D87-D624-4263-B342-5E1C69A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D9C234DF-C758-416E-AB1C-7C573662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082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2CCBF94A-5FA3-49F3-8012-6BDE2DD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43475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CAE2A1B3-911B-4016-BF81-9ADC2ACF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12995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99" name="object-99">
            <a:extLst xmlns:a="http://schemas.openxmlformats.org/drawingml/2006/main">
              <a:ext uri="{FF2B5EF4-FFF2-40B4-BE49-F238E27FC236}">
                <a16:creationId xmlns:a16="http://schemas.microsoft.com/office/drawing/2014/main" id="{D427877C-A66C-4056-A591-2AE99827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71437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 line</a:t>
            </a:r>
          </a:p>
        </p:txBody>
      </p:sp>
      <p:sp>
        <p:nvSpPr>
          <p:cNvPr id="100" name="object-100">
            <a:extLst xmlns:a="http://schemas.openxmlformats.org/drawingml/2006/main">
              <a:ext uri="{FF2B5EF4-FFF2-40B4-BE49-F238E27FC236}">
                <a16:creationId xmlns:a16="http://schemas.microsoft.com/office/drawing/2014/main" id="{752CE90C-4954-430E-9B94-E78F5EF5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847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× 96 × 768</a:t>
            </a:r>
          </a:p>
        </p:txBody>
      </p:sp>
      <p:pic>
        <p:nvPicPr>
          <p:cNvPr id="3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4bb7556ca467c"/>
          <a:stretch xmlns:a="http://schemas.openxmlformats.org/drawingml/2006/main"/>
        </p:blipFill>
        <p:spPr>
          <a:xfrm xmlns:a="http://schemas.openxmlformats.org/drawingml/2006/main">
            <a:off x="257175" y="1104900"/>
            <a:ext cx="323850" cy="2390775"/>
          </a:xfrm>
          <a:prstGeom xmlns:a="http://schemas.openxmlformats.org/drawingml/2006/main" prst="rect">
            <a:avLst/>
          </a:prstGeom>
        </p:spPr>
      </p:pic>
      <p:sp>
        <p:nvSpPr>
          <p:cNvPr id="102" name="object-101">
            <a:extLst xmlns:a="http://schemas.openxmlformats.org/drawingml/2006/main">
              <a:ext uri="{FF2B5EF4-FFF2-40B4-BE49-F238E27FC236}">
                <a16:creationId xmlns:a16="http://schemas.microsoft.com/office/drawing/2014/main" id="{12597765-FF92-4172-BF43-2811C952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04900"/>
            <a:ext cx="3238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</a:ln>
        </p:spPr>
      </p:sp>
      <p:sp>
        <p:nvSpPr>
          <p:cNvPr id="103" name="object-102">
            <a:extLst xmlns:a="http://schemas.openxmlformats.org/drawingml/2006/main">
              <a:ext uri="{FF2B5EF4-FFF2-40B4-BE49-F238E27FC236}">
                <a16:creationId xmlns:a16="http://schemas.microsoft.com/office/drawing/2014/main" id="{618708ED-BAC9-494D-9F36-53B77E3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3524250"/>
            <a:ext cx="828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Synthetic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handwritten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math strip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× 96 × 768</a:t>
            </a:r>
          </a:p>
        </p:txBody>
      </p:sp>
      <p:sp>
        <p:nvSpPr>
          <p:cNvPr id="104" name="object-103">
            <a:extLst xmlns:a="http://schemas.openxmlformats.org/drawingml/2006/main">
              <a:ext uri="{FF2B5EF4-FFF2-40B4-BE49-F238E27FC236}">
                <a16:creationId xmlns:a16="http://schemas.microsoft.com/office/drawing/2014/main" id="{5304AF08-2AE8-4416-8187-6F19933C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54768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Illustrative input</a:t>
            </a:r>
          </a:p>
          <a:p xmlns:a="http://schemas.openxmlformats.org/drawingml/2006/main">
            <a: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outputs</a:t>
            </a:r>
          </a:p>
        </p:txBody>
      </p:sp>
      <p:sp>
        <p:nvSpPr>
          <p:cNvPr id="105" name="path-104">
            <a:extLst xmlns:a="http://schemas.openxmlformats.org/drawingml/2006/main">
              <a:ext uri="{FF2B5EF4-FFF2-40B4-BE49-F238E27FC236}">
                <a16:creationId xmlns:a16="http://schemas.microsoft.com/office/drawing/2014/main" id="{E8A8B940-19F5-4876-81D8-5B789C02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43000"/>
            <a:ext cx="514350" cy="476250"/>
          </a:xfrm>
          <a:custGeom xmlns:a="http://schemas.openxmlformats.org/drawingml/2006/main">
            <a:pathLst>
              <a:path w="514350" h="476250">
                <a:moveTo>
                  <a:pt x="0" y="476250"/>
                </a:moveTo>
                <a:lnTo>
                  <a:pt x="466725" y="0"/>
                </a:lnTo>
                <a:lnTo>
                  <a:pt x="514350" y="0"/>
                </a:lnTo>
                <a:lnTo>
                  <a:pt x="47625" y="476250"/>
                </a:lnTo>
                <a:close/>
              </a:path>
            </a:pathLst>
          </a:custGeom>
          <a:solidFill xmlns:a="http://schemas.openxmlformats.org/drawingml/2006/main">
            <a:srgbClr val="B7D7DB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06" name="path-105">
            <a:extLst xmlns:a="http://schemas.openxmlformats.org/drawingml/2006/main">
              <a:ext uri="{FF2B5EF4-FFF2-40B4-BE49-F238E27FC236}">
                <a16:creationId xmlns:a16="http://schemas.microsoft.com/office/drawing/2014/main" id="{83DA7AE2-6BFF-4D42-BC67-308BB760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43000"/>
            <a:ext cx="466725" cy="1552575"/>
          </a:xfrm>
          <a:custGeom xmlns:a="http://schemas.openxmlformats.org/drawingml/2006/main">
            <a:pathLst>
              <a:path w="466725" h="1552575">
                <a:moveTo>
                  <a:pt x="0" y="476250"/>
                </a:moveTo>
                <a:lnTo>
                  <a:pt x="466725" y="0"/>
                </a:lnTo>
                <a:lnTo>
                  <a:pt x="466725" y="1076325"/>
                </a:lnTo>
                <a:lnTo>
                  <a:pt x="0" y="1552575"/>
                </a:lnTo>
                <a:close/>
              </a:path>
            </a:pathLst>
          </a:custGeom>
          <a:solidFill xmlns:a="http://schemas.openxmlformats.org/drawingml/2006/main">
            <a:srgbClr val="B7D7DB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07" name="object-106">
            <a:extLst xmlns:a="http://schemas.openxmlformats.org/drawingml/2006/main">
              <a:ext uri="{FF2B5EF4-FFF2-40B4-BE49-F238E27FC236}">
                <a16:creationId xmlns:a16="http://schemas.microsoft.com/office/drawing/2014/main" id="{81D06C5D-376D-46DF-A266-F3D3447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47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7DB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08" name="path-107">
            <a:extLst xmlns:a="http://schemas.openxmlformats.org/drawingml/2006/main">
              <a:ext uri="{FF2B5EF4-FFF2-40B4-BE49-F238E27FC236}">
                <a16:creationId xmlns:a16="http://schemas.microsoft.com/office/drawing/2014/main" id="{68688D90-2CDC-4B5B-AB07-E1757E66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43000"/>
            <a:ext cx="514350" cy="476250"/>
          </a:xfrm>
          <a:custGeom xmlns:a="http://schemas.openxmlformats.org/drawingml/2006/main">
            <a:pathLst>
              <a:path w="514350" h="476250">
                <a:moveTo>
                  <a:pt x="0" y="476250"/>
                </a:moveTo>
                <a:lnTo>
                  <a:pt x="466725" y="0"/>
                </a:lnTo>
                <a:lnTo>
                  <a:pt x="514350" y="0"/>
                </a:lnTo>
                <a:lnTo>
                  <a:pt x="47625" y="476250"/>
                </a:lnTo>
                <a:close/>
              </a:path>
            </a:pathLst>
          </a:custGeom>
          <a:solidFill xmlns:a="http://schemas.openxmlformats.org/drawingml/2006/main">
            <a:srgbClr val="C7E3E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09" name="path-108">
            <a:extLst xmlns:a="http://schemas.openxmlformats.org/drawingml/2006/main">
              <a:ext uri="{FF2B5EF4-FFF2-40B4-BE49-F238E27FC236}">
                <a16:creationId xmlns:a16="http://schemas.microsoft.com/office/drawing/2014/main" id="{0F98288C-ED3B-4D09-8443-63CC726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143000"/>
            <a:ext cx="466725" cy="1552575"/>
          </a:xfrm>
          <a:custGeom xmlns:a="http://schemas.openxmlformats.org/drawingml/2006/main">
            <a:pathLst>
              <a:path w="466725" h="1552575">
                <a:moveTo>
                  <a:pt x="0" y="476250"/>
                </a:moveTo>
                <a:lnTo>
                  <a:pt x="466725" y="0"/>
                </a:lnTo>
                <a:lnTo>
                  <a:pt x="466725" y="1076325"/>
                </a:lnTo>
                <a:lnTo>
                  <a:pt x="0" y="1552575"/>
                </a:lnTo>
                <a:close/>
              </a:path>
            </a:pathLst>
          </a:custGeom>
          <a:solidFill xmlns:a="http://schemas.openxmlformats.org/drawingml/2006/main">
            <a:srgbClr val="C7E3E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0" name="object-109">
            <a:extLst xmlns:a="http://schemas.openxmlformats.org/drawingml/2006/main">
              <a:ext uri="{FF2B5EF4-FFF2-40B4-BE49-F238E27FC236}">
                <a16:creationId xmlns:a16="http://schemas.microsoft.com/office/drawing/2014/main" id="{492767C4-DDC6-4E8F-B329-889430FE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19250"/>
            <a:ext cx="47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3E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11" name="path-110">
            <a:extLst xmlns:a="http://schemas.openxmlformats.org/drawingml/2006/main">
              <a:ext uri="{FF2B5EF4-FFF2-40B4-BE49-F238E27FC236}">
                <a16:creationId xmlns:a16="http://schemas.microsoft.com/office/drawing/2014/main" id="{6AED9E29-0711-4BA9-A4C0-792A835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143000"/>
            <a:ext cx="514350" cy="476250"/>
          </a:xfrm>
          <a:custGeom xmlns:a="http://schemas.openxmlformats.org/drawingml/2006/main">
            <a:pathLst>
              <a:path w="514350" h="476250">
                <a:moveTo>
                  <a:pt x="0" y="476250"/>
                </a:moveTo>
                <a:lnTo>
                  <a:pt x="466725" y="0"/>
                </a:lnTo>
                <a:lnTo>
                  <a:pt x="514350" y="0"/>
                </a:lnTo>
                <a:lnTo>
                  <a:pt x="47625" y="476250"/>
                </a:lnTo>
                <a:close/>
              </a:path>
            </a:pathLst>
          </a:custGeom>
          <a:solidFill xmlns:a="http://schemas.openxmlformats.org/drawingml/2006/main">
            <a:srgbClr val="B0D2D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2" name="path-111">
            <a:extLst xmlns:a="http://schemas.openxmlformats.org/drawingml/2006/main">
              <a:ext uri="{FF2B5EF4-FFF2-40B4-BE49-F238E27FC236}">
                <a16:creationId xmlns:a16="http://schemas.microsoft.com/office/drawing/2014/main" id="{148E2EDB-9D8B-417D-8352-D0790721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43000"/>
            <a:ext cx="466725" cy="1552575"/>
          </a:xfrm>
          <a:custGeom xmlns:a="http://schemas.openxmlformats.org/drawingml/2006/main">
            <a:pathLst>
              <a:path w="466725" h="1552575">
                <a:moveTo>
                  <a:pt x="0" y="476250"/>
                </a:moveTo>
                <a:lnTo>
                  <a:pt x="466725" y="0"/>
                </a:lnTo>
                <a:lnTo>
                  <a:pt x="466725" y="1076325"/>
                </a:lnTo>
                <a:lnTo>
                  <a:pt x="0" y="1552575"/>
                </a:lnTo>
                <a:close/>
              </a:path>
            </a:pathLst>
          </a:custGeom>
          <a:solidFill xmlns:a="http://schemas.openxmlformats.org/drawingml/2006/main">
            <a:srgbClr val="B0D2D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3" name="object-112">
            <a:extLst xmlns:a="http://schemas.openxmlformats.org/drawingml/2006/main">
              <a:ext uri="{FF2B5EF4-FFF2-40B4-BE49-F238E27FC236}">
                <a16:creationId xmlns:a16="http://schemas.microsoft.com/office/drawing/2014/main" id="{5779D65F-13F6-463B-AFD2-465AA8D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19250"/>
            <a:ext cx="47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2D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14" name="path-113">
            <a:extLst xmlns:a="http://schemas.openxmlformats.org/drawingml/2006/main">
              <a:ext uri="{FF2B5EF4-FFF2-40B4-BE49-F238E27FC236}">
                <a16:creationId xmlns:a16="http://schemas.microsoft.com/office/drawing/2014/main" id="{43101A23-D3F0-4C8E-A5DD-EED6F218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43000"/>
            <a:ext cx="514350" cy="476250"/>
          </a:xfrm>
          <a:custGeom xmlns:a="http://schemas.openxmlformats.org/drawingml/2006/main">
            <a:pathLst>
              <a:path w="514350" h="476250">
                <a:moveTo>
                  <a:pt x="0" y="476250"/>
                </a:moveTo>
                <a:lnTo>
                  <a:pt x="466725" y="0"/>
                </a:lnTo>
                <a:lnTo>
                  <a:pt x="514350" y="0"/>
                </a:lnTo>
                <a:lnTo>
                  <a:pt x="47625" y="476250"/>
                </a:lnTo>
                <a:close/>
              </a:path>
            </a:pathLst>
          </a:custGeom>
          <a:solidFill xmlns:a="http://schemas.openxmlformats.org/drawingml/2006/main">
            <a:srgbClr val="AED0D2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5" name="path-114">
            <a:extLst xmlns:a="http://schemas.openxmlformats.org/drawingml/2006/main">
              <a:ext uri="{FF2B5EF4-FFF2-40B4-BE49-F238E27FC236}">
                <a16:creationId xmlns:a16="http://schemas.microsoft.com/office/drawing/2014/main" id="{3890C917-7CCB-42D2-B331-292155CA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143000"/>
            <a:ext cx="466725" cy="1552575"/>
          </a:xfrm>
          <a:custGeom xmlns:a="http://schemas.openxmlformats.org/drawingml/2006/main">
            <a:pathLst>
              <a:path w="466725" h="1552575">
                <a:moveTo>
                  <a:pt x="0" y="476250"/>
                </a:moveTo>
                <a:lnTo>
                  <a:pt x="466725" y="0"/>
                </a:lnTo>
                <a:lnTo>
                  <a:pt x="466725" y="1076325"/>
                </a:lnTo>
                <a:lnTo>
                  <a:pt x="0" y="1552575"/>
                </a:lnTo>
                <a:close/>
              </a:path>
            </a:pathLst>
          </a:custGeom>
          <a:solidFill xmlns:a="http://schemas.openxmlformats.org/drawingml/2006/main">
            <a:srgbClr val="AED0D2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6" name="object-115">
            <a:extLst xmlns:a="http://schemas.openxmlformats.org/drawingml/2006/main">
              <a:ext uri="{FF2B5EF4-FFF2-40B4-BE49-F238E27FC236}">
                <a16:creationId xmlns:a16="http://schemas.microsoft.com/office/drawing/2014/main" id="{4EF8E3C4-7003-4DB2-9BE4-4A3B0C2C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476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0D2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17" name="path-116">
            <a:extLst xmlns:a="http://schemas.openxmlformats.org/drawingml/2006/main">
              <a:ext uri="{FF2B5EF4-FFF2-40B4-BE49-F238E27FC236}">
                <a16:creationId xmlns:a16="http://schemas.microsoft.com/office/drawing/2014/main" id="{48F737D8-7FCD-450F-868B-CE59046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314450"/>
            <a:ext cx="419100" cy="361950"/>
          </a:xfrm>
          <a:custGeom xmlns:a="http://schemas.openxmlformats.org/drawingml/2006/main">
            <a:pathLst>
              <a:path w="419100" h="361950">
                <a:moveTo>
                  <a:pt x="0" y="361950"/>
                </a:moveTo>
                <a:lnTo>
                  <a:pt x="361950" y="0"/>
                </a:lnTo>
                <a:lnTo>
                  <a:pt x="419100" y="0"/>
                </a:lnTo>
                <a:lnTo>
                  <a:pt x="57150" y="361950"/>
                </a:lnTo>
                <a:close/>
              </a:path>
            </a:pathLst>
          </a:custGeom>
          <a:solidFill xmlns:a="http://schemas.openxmlformats.org/drawingml/2006/main">
            <a:srgbClr val="BED4C5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8" name="path-117">
            <a:extLst xmlns:a="http://schemas.openxmlformats.org/drawingml/2006/main">
              <a:ext uri="{FF2B5EF4-FFF2-40B4-BE49-F238E27FC236}">
                <a16:creationId xmlns:a16="http://schemas.microsoft.com/office/drawing/2014/main" id="{D1DD2BAD-269B-40EA-9C29-4356111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14450"/>
            <a:ext cx="361950" cy="1181100"/>
          </a:xfrm>
          <a:custGeom xmlns:a="http://schemas.openxmlformats.org/drawingml/2006/main">
            <a:pathLst>
              <a:path w="361950" h="1181100">
                <a:moveTo>
                  <a:pt x="0" y="361950"/>
                </a:moveTo>
                <a:lnTo>
                  <a:pt x="361950" y="0"/>
                </a:lnTo>
                <a:lnTo>
                  <a:pt x="361950" y="819150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BED4C5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19" name="object-118">
            <a:extLst xmlns:a="http://schemas.openxmlformats.org/drawingml/2006/main">
              <a:ext uri="{FF2B5EF4-FFF2-40B4-BE49-F238E27FC236}">
                <a16:creationId xmlns:a16="http://schemas.microsoft.com/office/drawing/2014/main" id="{54F6040B-023E-43CD-94D8-2241D5C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76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C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20" name="path-119">
            <a:extLst xmlns:a="http://schemas.openxmlformats.org/drawingml/2006/main">
              <a:ext uri="{FF2B5EF4-FFF2-40B4-BE49-F238E27FC236}">
                <a16:creationId xmlns:a16="http://schemas.microsoft.com/office/drawing/2014/main" id="{7DCED07B-5316-4A42-8CFE-9BC3841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314450"/>
            <a:ext cx="419100" cy="361950"/>
          </a:xfrm>
          <a:custGeom xmlns:a="http://schemas.openxmlformats.org/drawingml/2006/main">
            <a:pathLst>
              <a:path w="419100" h="361950">
                <a:moveTo>
                  <a:pt x="0" y="361950"/>
                </a:moveTo>
                <a:lnTo>
                  <a:pt x="361950" y="0"/>
                </a:lnTo>
                <a:lnTo>
                  <a:pt x="419100" y="0"/>
                </a:lnTo>
                <a:lnTo>
                  <a:pt x="57150" y="361950"/>
                </a:lnTo>
                <a:close/>
              </a:path>
            </a:pathLst>
          </a:custGeom>
          <a:solidFill xmlns:a="http://schemas.openxmlformats.org/drawingml/2006/main">
            <a:srgbClr val="D0DFCD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21" name="path-120">
            <a:extLst xmlns:a="http://schemas.openxmlformats.org/drawingml/2006/main">
              <a:ext uri="{FF2B5EF4-FFF2-40B4-BE49-F238E27FC236}">
                <a16:creationId xmlns:a16="http://schemas.microsoft.com/office/drawing/2014/main" id="{44BBE12C-88EB-4A4C-9CF4-D03A958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314450"/>
            <a:ext cx="361950" cy="1181100"/>
          </a:xfrm>
          <a:custGeom xmlns:a="http://schemas.openxmlformats.org/drawingml/2006/main">
            <a:pathLst>
              <a:path w="361950" h="1181100">
                <a:moveTo>
                  <a:pt x="0" y="361950"/>
                </a:moveTo>
                <a:lnTo>
                  <a:pt x="361950" y="0"/>
                </a:lnTo>
                <a:lnTo>
                  <a:pt x="361950" y="819150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D0DFCD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22" name="object-121">
            <a:extLst xmlns:a="http://schemas.openxmlformats.org/drawingml/2006/main">
              <a:ext uri="{FF2B5EF4-FFF2-40B4-BE49-F238E27FC236}">
                <a16:creationId xmlns:a16="http://schemas.microsoft.com/office/drawing/2014/main" id="{A432D3FE-9BB1-43E1-B1DE-FCEC651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676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FCD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23" name="path-122">
            <a:extLst xmlns:a="http://schemas.openxmlformats.org/drawingml/2006/main">
              <a:ext uri="{FF2B5EF4-FFF2-40B4-BE49-F238E27FC236}">
                <a16:creationId xmlns:a16="http://schemas.microsoft.com/office/drawing/2014/main" id="{CD31D0DC-BB3D-4C51-9D14-F3C6B325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314450"/>
            <a:ext cx="419100" cy="361950"/>
          </a:xfrm>
          <a:custGeom xmlns:a="http://schemas.openxmlformats.org/drawingml/2006/main">
            <a:pathLst>
              <a:path w="419100" h="361950">
                <a:moveTo>
                  <a:pt x="0" y="361950"/>
                </a:moveTo>
                <a:lnTo>
                  <a:pt x="361950" y="0"/>
                </a:lnTo>
                <a:lnTo>
                  <a:pt x="419100" y="0"/>
                </a:lnTo>
                <a:lnTo>
                  <a:pt x="57150" y="361950"/>
                </a:lnTo>
                <a:close/>
              </a:path>
            </a:pathLst>
          </a:custGeom>
          <a:solidFill xmlns:a="http://schemas.openxmlformats.org/drawingml/2006/main">
            <a:srgbClr val="BBD0C3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24" name="path-123">
            <a:extLst xmlns:a="http://schemas.openxmlformats.org/drawingml/2006/main">
              <a:ext uri="{FF2B5EF4-FFF2-40B4-BE49-F238E27FC236}">
                <a16:creationId xmlns:a16="http://schemas.microsoft.com/office/drawing/2014/main" id="{AC6FB393-A5A2-4048-A0DD-66F54B6D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14450"/>
            <a:ext cx="361950" cy="1181100"/>
          </a:xfrm>
          <a:custGeom xmlns:a="http://schemas.openxmlformats.org/drawingml/2006/main">
            <a:pathLst>
              <a:path w="361950" h="1181100">
                <a:moveTo>
                  <a:pt x="0" y="361950"/>
                </a:moveTo>
                <a:lnTo>
                  <a:pt x="361950" y="0"/>
                </a:lnTo>
                <a:lnTo>
                  <a:pt x="361950" y="819150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BBD0C3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25" name="object-124">
            <a:extLst xmlns:a="http://schemas.openxmlformats.org/drawingml/2006/main">
              <a:ext uri="{FF2B5EF4-FFF2-40B4-BE49-F238E27FC236}">
                <a16:creationId xmlns:a16="http://schemas.microsoft.com/office/drawing/2014/main" id="{B66C4312-AC38-4200-B0BA-09AEB836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76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0C3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26" name="path-125">
            <a:extLst xmlns:a="http://schemas.openxmlformats.org/drawingml/2006/main">
              <a:ext uri="{FF2B5EF4-FFF2-40B4-BE49-F238E27FC236}">
                <a16:creationId xmlns:a16="http://schemas.microsoft.com/office/drawing/2014/main" id="{2163A63D-99D1-4A41-A684-A28BB02C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314450"/>
            <a:ext cx="419100" cy="361950"/>
          </a:xfrm>
          <a:custGeom xmlns:a="http://schemas.openxmlformats.org/drawingml/2006/main">
            <a:pathLst>
              <a:path w="419100" h="361950">
                <a:moveTo>
                  <a:pt x="0" y="361950"/>
                </a:moveTo>
                <a:lnTo>
                  <a:pt x="361950" y="0"/>
                </a:lnTo>
                <a:lnTo>
                  <a:pt x="419100" y="0"/>
                </a:lnTo>
                <a:lnTo>
                  <a:pt x="57150" y="361950"/>
                </a:lnTo>
                <a:close/>
              </a:path>
            </a:pathLst>
          </a:custGeom>
          <a:solidFill xmlns:a="http://schemas.openxmlformats.org/drawingml/2006/main">
            <a:srgbClr val="C5D8CA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27" name="path-126">
            <a:extLst xmlns:a="http://schemas.openxmlformats.org/drawingml/2006/main">
              <a:ext uri="{FF2B5EF4-FFF2-40B4-BE49-F238E27FC236}">
                <a16:creationId xmlns:a16="http://schemas.microsoft.com/office/drawing/2014/main" id="{DDE41F4A-3B19-4A08-A6DC-0CC1E445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314450"/>
            <a:ext cx="361950" cy="1181100"/>
          </a:xfrm>
          <a:custGeom xmlns:a="http://schemas.openxmlformats.org/drawingml/2006/main">
            <a:pathLst>
              <a:path w="361950" h="1181100">
                <a:moveTo>
                  <a:pt x="0" y="361950"/>
                </a:moveTo>
                <a:lnTo>
                  <a:pt x="361950" y="0"/>
                </a:lnTo>
                <a:lnTo>
                  <a:pt x="361950" y="819150"/>
                </a:lnTo>
                <a:lnTo>
                  <a:pt x="0" y="1181100"/>
                </a:lnTo>
                <a:close/>
              </a:path>
            </a:pathLst>
          </a:custGeom>
          <a:solidFill xmlns:a="http://schemas.openxmlformats.org/drawingml/2006/main">
            <a:srgbClr val="C5D8CA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28" name="object-127">
            <a:extLst xmlns:a="http://schemas.openxmlformats.org/drawingml/2006/main">
              <a:ext uri="{FF2B5EF4-FFF2-40B4-BE49-F238E27FC236}">
                <a16:creationId xmlns:a16="http://schemas.microsoft.com/office/drawing/2014/main" id="{2D1568FB-12BC-41DB-81E6-229F3B03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676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8CA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29" name="path-128">
            <a:extLst xmlns:a="http://schemas.openxmlformats.org/drawingml/2006/main">
              <a:ext uri="{FF2B5EF4-FFF2-40B4-BE49-F238E27FC236}">
                <a16:creationId xmlns:a16="http://schemas.microsoft.com/office/drawing/2014/main" id="{316D6222-C96B-400C-BBA3-5D4C6C66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95425"/>
            <a:ext cx="371475" cy="285750"/>
          </a:xfrm>
          <a:custGeom xmlns:a="http://schemas.openxmlformats.org/drawingml/2006/main">
            <a:pathLst>
              <a:path w="371475" h="285750">
                <a:moveTo>
                  <a:pt x="0" y="285750"/>
                </a:moveTo>
                <a:lnTo>
                  <a:pt x="276225" y="0"/>
                </a:lnTo>
                <a:lnTo>
                  <a:pt x="371475" y="0"/>
                </a:lnTo>
                <a:lnTo>
                  <a:pt x="95250" y="285750"/>
                </a:lnTo>
                <a:close/>
              </a:path>
            </a:pathLst>
          </a:custGeom>
          <a:solidFill xmlns:a="http://schemas.openxmlformats.org/drawingml/2006/main">
            <a:srgbClr val="F5D8A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0" name="path-129">
            <a:extLst xmlns:a="http://schemas.openxmlformats.org/drawingml/2006/main">
              <a:ext uri="{FF2B5EF4-FFF2-40B4-BE49-F238E27FC236}">
                <a16:creationId xmlns:a16="http://schemas.microsoft.com/office/drawing/2014/main" id="{41936ED4-6147-4F5B-A64F-07C70470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95425"/>
            <a:ext cx="276225" cy="876300"/>
          </a:xfrm>
          <a:custGeom xmlns:a="http://schemas.openxmlformats.org/drawingml/2006/main">
            <a:pathLst>
              <a:path w="276225" h="876300">
                <a:moveTo>
                  <a:pt x="0" y="285750"/>
                </a:moveTo>
                <a:lnTo>
                  <a:pt x="276225" y="0"/>
                </a:lnTo>
                <a:lnTo>
                  <a:pt x="276225" y="590550"/>
                </a:lnTo>
                <a:lnTo>
                  <a:pt x="0" y="876300"/>
                </a:lnTo>
                <a:close/>
              </a:path>
            </a:pathLst>
          </a:custGeom>
          <a:solidFill xmlns:a="http://schemas.openxmlformats.org/drawingml/2006/main">
            <a:srgbClr val="F5D8A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1" name="object-130">
            <a:extLst xmlns:a="http://schemas.openxmlformats.org/drawingml/2006/main">
              <a:ext uri="{FF2B5EF4-FFF2-40B4-BE49-F238E27FC236}">
                <a16:creationId xmlns:a16="http://schemas.microsoft.com/office/drawing/2014/main" id="{53435809-6120-44B1-99BE-2658AD36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811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8A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32" name="path-131">
            <a:extLst xmlns:a="http://schemas.openxmlformats.org/drawingml/2006/main">
              <a:ext uri="{FF2B5EF4-FFF2-40B4-BE49-F238E27FC236}">
                <a16:creationId xmlns:a16="http://schemas.microsoft.com/office/drawing/2014/main" id="{8782F76F-4BEB-48A2-A2A2-615F68A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95425"/>
            <a:ext cx="371475" cy="285750"/>
          </a:xfrm>
          <a:custGeom xmlns:a="http://schemas.openxmlformats.org/drawingml/2006/main">
            <a:pathLst>
              <a:path w="371475" h="285750">
                <a:moveTo>
                  <a:pt x="0" y="285750"/>
                </a:moveTo>
                <a:lnTo>
                  <a:pt x="276225" y="0"/>
                </a:lnTo>
                <a:lnTo>
                  <a:pt x="371475" y="0"/>
                </a:lnTo>
                <a:lnTo>
                  <a:pt x="95250" y="285750"/>
                </a:lnTo>
                <a:close/>
              </a:path>
            </a:pathLst>
          </a:custGeom>
          <a:solidFill xmlns:a="http://schemas.openxmlformats.org/drawingml/2006/main">
            <a:srgbClr val="F2D19D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3" name="path-132">
            <a:extLst xmlns:a="http://schemas.openxmlformats.org/drawingml/2006/main">
              <a:ext uri="{FF2B5EF4-FFF2-40B4-BE49-F238E27FC236}">
                <a16:creationId xmlns:a16="http://schemas.microsoft.com/office/drawing/2014/main" id="{867654E5-4500-4CDD-9386-3BAE6078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495425"/>
            <a:ext cx="276225" cy="876300"/>
          </a:xfrm>
          <a:custGeom xmlns:a="http://schemas.openxmlformats.org/drawingml/2006/main">
            <a:pathLst>
              <a:path w="276225" h="876300">
                <a:moveTo>
                  <a:pt x="0" y="285750"/>
                </a:moveTo>
                <a:lnTo>
                  <a:pt x="276225" y="0"/>
                </a:lnTo>
                <a:lnTo>
                  <a:pt x="276225" y="590550"/>
                </a:lnTo>
                <a:lnTo>
                  <a:pt x="0" y="876300"/>
                </a:lnTo>
                <a:close/>
              </a:path>
            </a:pathLst>
          </a:custGeom>
          <a:solidFill xmlns:a="http://schemas.openxmlformats.org/drawingml/2006/main">
            <a:srgbClr val="F2D19D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4" name="object-133">
            <a:extLst xmlns:a="http://schemas.openxmlformats.org/drawingml/2006/main">
              <a:ext uri="{FF2B5EF4-FFF2-40B4-BE49-F238E27FC236}">
                <a16:creationId xmlns:a16="http://schemas.microsoft.com/office/drawing/2014/main" id="{806A1D1A-9FDB-459C-A7A0-AF1AA0DA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7811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19D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35" name="path-134">
            <a:extLst xmlns:a="http://schemas.openxmlformats.org/drawingml/2006/main">
              <a:ext uri="{FF2B5EF4-FFF2-40B4-BE49-F238E27FC236}">
                <a16:creationId xmlns:a16="http://schemas.microsoft.com/office/drawing/2014/main" id="{6F294EC5-E129-4EAC-8731-8CC646D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95425"/>
            <a:ext cx="371475" cy="285750"/>
          </a:xfrm>
          <a:custGeom xmlns:a="http://schemas.openxmlformats.org/drawingml/2006/main">
            <a:pathLst>
              <a:path w="371475" h="285750">
                <a:moveTo>
                  <a:pt x="0" y="285750"/>
                </a:moveTo>
                <a:lnTo>
                  <a:pt x="276225" y="0"/>
                </a:lnTo>
                <a:lnTo>
                  <a:pt x="371475" y="0"/>
                </a:lnTo>
                <a:lnTo>
                  <a:pt x="95250" y="285750"/>
                </a:lnTo>
                <a:close/>
              </a:path>
            </a:pathLst>
          </a:custGeom>
          <a:solidFill xmlns:a="http://schemas.openxmlformats.org/drawingml/2006/main">
            <a:srgbClr val="F8DEAF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6" name="path-135">
            <a:extLst xmlns:a="http://schemas.openxmlformats.org/drawingml/2006/main">
              <a:ext uri="{FF2B5EF4-FFF2-40B4-BE49-F238E27FC236}">
                <a16:creationId xmlns:a16="http://schemas.microsoft.com/office/drawing/2014/main" id="{7E811CA5-95AD-4DBB-83BB-B5DEE46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95425"/>
            <a:ext cx="276225" cy="876300"/>
          </a:xfrm>
          <a:custGeom xmlns:a="http://schemas.openxmlformats.org/drawingml/2006/main">
            <a:pathLst>
              <a:path w="276225" h="876300">
                <a:moveTo>
                  <a:pt x="0" y="285750"/>
                </a:moveTo>
                <a:lnTo>
                  <a:pt x="276225" y="0"/>
                </a:lnTo>
                <a:lnTo>
                  <a:pt x="276225" y="590550"/>
                </a:lnTo>
                <a:lnTo>
                  <a:pt x="0" y="876300"/>
                </a:lnTo>
                <a:close/>
              </a:path>
            </a:pathLst>
          </a:custGeom>
          <a:solidFill xmlns:a="http://schemas.openxmlformats.org/drawingml/2006/main">
            <a:srgbClr val="F8DEAF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37" name="object-136">
            <a:extLst xmlns:a="http://schemas.openxmlformats.org/drawingml/2006/main">
              <a:ext uri="{FF2B5EF4-FFF2-40B4-BE49-F238E27FC236}">
                <a16:creationId xmlns:a16="http://schemas.microsoft.com/office/drawing/2014/main" id="{6C2BC01B-07AE-4F96-8AB8-A8206A2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81175"/>
            <a:ext cx="95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AF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38" name="object-137">
            <a:extLst xmlns:a="http://schemas.openxmlformats.org/drawingml/2006/main">
              <a:ext uri="{FF2B5EF4-FFF2-40B4-BE49-F238E27FC236}">
                <a16:creationId xmlns:a16="http://schemas.microsoft.com/office/drawing/2014/main" id="{F556851F-F246-4D10-BA84-87D6733C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MiT-B0 encoder</a:t>
            </a:r>
          </a:p>
        </p:txBody>
      </p:sp>
      <p:sp>
        <p:nvSpPr>
          <p:cNvPr id="139" name="path-138">
            <a:extLst xmlns:a="http://schemas.openxmlformats.org/drawingml/2006/main">
              <a:ext uri="{FF2B5EF4-FFF2-40B4-BE49-F238E27FC236}">
                <a16:creationId xmlns:a16="http://schemas.microsoft.com/office/drawing/2014/main" id="{B5B6470C-B72A-417F-BA3D-E933F5B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95425"/>
            <a:ext cx="809625" cy="885825"/>
          </a:xfrm>
          <a:custGeom xmlns:a="http://schemas.openxmlformats.org/drawingml/2006/main">
            <a:pathLst>
              <a:path w="809625" h="885825">
                <a:moveTo>
                  <a:pt x="0" y="0"/>
                </a:moveTo>
                <a:lnTo>
                  <a:pt x="809625" y="161925"/>
                </a:lnTo>
                <a:lnTo>
                  <a:pt x="809625" y="723900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C3D8E9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40" name="object-139">
            <a:extLst xmlns:a="http://schemas.openxmlformats.org/drawingml/2006/main">
              <a:ext uri="{FF2B5EF4-FFF2-40B4-BE49-F238E27FC236}">
                <a16:creationId xmlns:a16="http://schemas.microsoft.com/office/drawing/2014/main" id="{A800523B-3F04-435C-BD1D-A99A449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66875"/>
            <a:ext cx="771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SegFormer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All-MLP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141" name="object-140">
            <a:extLst xmlns:a="http://schemas.openxmlformats.org/drawingml/2006/main">
              <a:ext uri="{FF2B5EF4-FFF2-40B4-BE49-F238E27FC236}">
                <a16:creationId xmlns:a16="http://schemas.microsoft.com/office/drawing/2014/main" id="{E8CA563B-BA3D-451F-B9DE-2D8492A1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143000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Explicit skip route</a:t>
            </a:r>
          </a:p>
        </p:txBody>
      </p:sp>
      <p:sp>
        <p:nvSpPr>
          <p:cNvPr id="142" name="path-141">
            <a:extLst xmlns:a="http://schemas.openxmlformats.org/drawingml/2006/main">
              <a:ext uri="{FF2B5EF4-FFF2-40B4-BE49-F238E27FC236}">
                <a16:creationId xmlns:a16="http://schemas.microsoft.com/office/drawing/2014/main" id="{AE60858C-B7EE-4C81-BB35-4A1D6B7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43025"/>
            <a:ext cx="95" cy="209550"/>
          </a:xfrm>
          <a:custGeom xmlns:a="http://schemas.openxmlformats.org/drawingml/2006/main"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60A4B0"/>
            </a:solidFill>
            <a:prstDash val="solid"/>
          </a:ln>
        </p:spPr>
      </p:sp>
      <p:sp>
        <p:nvSpPr>
          <p:cNvPr id="143" name="path-142">
            <a:extLst xmlns:a="http://schemas.openxmlformats.org/drawingml/2006/main">
              <a:ext uri="{FF2B5EF4-FFF2-40B4-BE49-F238E27FC236}">
                <a16:creationId xmlns:a16="http://schemas.microsoft.com/office/drawing/2014/main" id="{5E321C71-0294-4C87-937B-C213EBEC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20" y="147637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76200"/>
                </a:moveTo>
                <a:lnTo>
                  <a:pt x="60960" y="0"/>
                </a:lnTo>
                <a:lnTo>
                  <a:pt x="3048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0A4B0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44" name="object-143">
            <a:extLst xmlns:a="http://schemas.openxmlformats.org/drawingml/2006/main">
              <a:ext uri="{FF2B5EF4-FFF2-40B4-BE49-F238E27FC236}">
                <a16:creationId xmlns:a16="http://schemas.microsoft.com/office/drawing/2014/main" id="{64386D0F-BF75-4161-9981-61F80D84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Explicit route</a:t>
            </a:r>
          </a:p>
        </p:txBody>
      </p:sp>
      <p:sp>
        <p:nvSpPr>
          <p:cNvPr id="145" name="object-144">
            <a:extLst xmlns:a="http://schemas.openxmlformats.org/drawingml/2006/main">
              <a:ext uri="{FF2B5EF4-FFF2-40B4-BE49-F238E27FC236}">
                <a16:creationId xmlns:a16="http://schemas.microsoft.com/office/drawing/2014/main" id="{E10451A2-A5F3-4A85-88B2-B346919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70485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7DCAB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46" name="object-145">
            <a:extLst xmlns:a="http://schemas.openxmlformats.org/drawingml/2006/main">
              <a:ext uri="{FF2B5EF4-FFF2-40B4-BE49-F238E27FC236}">
                <a16:creationId xmlns:a16="http://schemas.microsoft.com/office/drawing/2014/main" id="{9D09A6D9-7CC7-45DF-AC33-7DC55BDC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Shared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projection</a:t>
            </a:r>
          </a:p>
        </p:txBody>
      </p:sp>
      <p:sp>
        <p:nvSpPr>
          <p:cNvPr id="147" name="object-146">
            <a:extLst xmlns:a="http://schemas.openxmlformats.org/drawingml/2006/main">
              <a:ext uri="{FF2B5EF4-FFF2-40B4-BE49-F238E27FC236}">
                <a16:creationId xmlns:a16="http://schemas.microsoft.com/office/drawing/2014/main" id="{EA304725-88BA-4C80-9D97-AB2DF9E2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638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 : 160 ×</a:t>
            </a:r>
          </a:p>
        </p:txBody>
      </p:sp>
      <p:sp>
        <p:nvSpPr>
          <p:cNvPr id="148" name="object-147">
            <a:extLst xmlns:a="http://schemas.openxmlformats.org/drawingml/2006/main">
              <a:ext uri="{FF2B5EF4-FFF2-40B4-BE49-F238E27FC236}">
                <a16:creationId xmlns:a16="http://schemas.microsoft.com/office/drawing/2014/main" id="{61CEC452-402C-42B0-92D3-6B1BA3E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71700"/>
            <a:ext cx="161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49" name="object-148">
            <a:extLst xmlns:a="http://schemas.openxmlformats.org/drawingml/2006/main">
              <a:ext uri="{FF2B5EF4-FFF2-40B4-BE49-F238E27FC236}">
                <a16:creationId xmlns:a16="http://schemas.microsoft.com/office/drawing/2014/main" id="{96856B54-6CB7-45AF-8979-DDB6ECC6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14575"/>
            <a:ext cx="161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0" name="path-149">
            <a:extLst xmlns:a="http://schemas.openxmlformats.org/drawingml/2006/main">
              <a:ext uri="{FF2B5EF4-FFF2-40B4-BE49-F238E27FC236}">
                <a16:creationId xmlns:a16="http://schemas.microsoft.com/office/drawing/2014/main" id="{67FBD6B2-5C07-47AF-8F0D-5BD75753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955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111111"/>
            </a:solidFill>
            <a:prstDash val="solid"/>
          </a:ln>
        </p:spPr>
      </p:sp>
      <p:sp>
        <p:nvSpPr>
          <p:cNvPr id="151" name="object-150">
            <a:extLst xmlns:a="http://schemas.openxmlformats.org/drawingml/2006/main">
              <a:ext uri="{FF2B5EF4-FFF2-40B4-BE49-F238E27FC236}">
                <a16:creationId xmlns:a16="http://schemas.microsoft.com/office/drawing/2014/main" id="{3BA3338A-245D-4C6F-984A-58F6FE15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479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52" name="object-151">
            <a:extLst xmlns:a="http://schemas.openxmlformats.org/drawingml/2006/main">
              <a:ext uri="{FF2B5EF4-FFF2-40B4-BE49-F238E27FC236}">
                <a16:creationId xmlns:a16="http://schemas.microsoft.com/office/drawing/2014/main" id="{9A3B2FF2-A607-40DB-9599-0B3E56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71700"/>
            <a:ext cx="161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53" name="object-152">
            <a:extLst xmlns:a="http://schemas.openxmlformats.org/drawingml/2006/main">
              <a:ext uri="{FF2B5EF4-FFF2-40B4-BE49-F238E27FC236}">
                <a16:creationId xmlns:a16="http://schemas.microsoft.com/office/drawing/2014/main" id="{68C60E0B-68A0-47D2-91FA-55905A6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14575"/>
            <a:ext cx="161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4" name="path-153">
            <a:extLst xmlns:a="http://schemas.openxmlformats.org/drawingml/2006/main">
              <a:ext uri="{FF2B5EF4-FFF2-40B4-BE49-F238E27FC236}">
                <a16:creationId xmlns:a16="http://schemas.microsoft.com/office/drawing/2014/main" id="{24366093-2DE4-4313-8FAA-24FBFBE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9552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111111"/>
            </a:solidFill>
            <a:prstDash val="solid"/>
          </a:ln>
        </p:spPr>
      </p:sp>
      <p:sp>
        <p:nvSpPr>
          <p:cNvPr id="155" name="object-154">
            <a:extLst xmlns:a="http://schemas.openxmlformats.org/drawingml/2006/main">
              <a:ext uri="{FF2B5EF4-FFF2-40B4-BE49-F238E27FC236}">
                <a16:creationId xmlns:a16="http://schemas.microsoft.com/office/drawing/2014/main" id="{00BD6E00-7428-49AA-AA30-1AF49F55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152525"/>
            <a:ext cx="1390650" cy="14763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EEEEF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56" name="object-155">
            <a:extLst xmlns:a="http://schemas.openxmlformats.org/drawingml/2006/main">
              <a:ext uri="{FF2B5EF4-FFF2-40B4-BE49-F238E27FC236}">
                <a16:creationId xmlns:a16="http://schemas.microsoft.com/office/drawing/2014/main" id="{EE8D576A-5AA7-4E44-B191-2128FAD9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9062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Full-resolution</a:t>
            </a:r>
          </a:p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pixel decoder</a:t>
            </a:r>
          </a:p>
        </p:txBody>
      </p:sp>
      <p:sp>
        <p:nvSpPr>
          <p:cNvPr id="157" name="object-156">
            <a:extLst xmlns:a="http://schemas.openxmlformats.org/drawingml/2006/main">
              <a:ext uri="{FF2B5EF4-FFF2-40B4-BE49-F238E27FC236}">
                <a16:creationId xmlns:a16="http://schemas.microsoft.com/office/drawing/2014/main" id="{710E9F32-DEDF-489D-8B27-5C722E2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335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H/4 → H/2 → H</a:t>
            </a:r>
          </a:p>
        </p:txBody>
      </p:sp>
      <p:sp>
        <p:nvSpPr>
          <p:cNvPr id="158" name="path-157">
            <a:extLst xmlns:a="http://schemas.openxmlformats.org/drawingml/2006/main">
              <a:ext uri="{FF2B5EF4-FFF2-40B4-BE49-F238E27FC236}">
                <a16:creationId xmlns:a16="http://schemas.microsoft.com/office/drawing/2014/main" id="{499480F8-5E4E-4304-9A58-EA0B422A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00250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159" name="path-158">
            <a:extLst xmlns:a="http://schemas.openxmlformats.org/drawingml/2006/main">
              <a:ext uri="{FF2B5EF4-FFF2-40B4-BE49-F238E27FC236}">
                <a16:creationId xmlns:a16="http://schemas.microsoft.com/office/drawing/2014/main" id="{7A888107-0D20-4241-84CF-B0459D50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97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60" name="path-159">
            <a:extLst xmlns:a="http://schemas.openxmlformats.org/drawingml/2006/main">
              <a:ext uri="{FF2B5EF4-FFF2-40B4-BE49-F238E27FC236}">
                <a16:creationId xmlns:a16="http://schemas.microsoft.com/office/drawing/2014/main" id="{4E5B3E92-5D9D-482A-93A6-E2A5526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00250"/>
            <a:ext cx="104775" cy="95"/>
          </a:xfrm>
          <a:custGeom xmlns:a="http://schemas.openxmlformats.org/drawingml/2006/main"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161" name="path-160">
            <a:extLst xmlns:a="http://schemas.openxmlformats.org/drawingml/2006/main">
              <a:ext uri="{FF2B5EF4-FFF2-40B4-BE49-F238E27FC236}">
                <a16:creationId xmlns:a16="http://schemas.microsoft.com/office/drawing/2014/main" id="{95E698B8-C897-495C-93CB-2FA3FF5E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697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62" name="path-161">
            <a:extLst xmlns:a="http://schemas.openxmlformats.org/drawingml/2006/main">
              <a:ext uri="{FF2B5EF4-FFF2-40B4-BE49-F238E27FC236}">
                <a16:creationId xmlns:a16="http://schemas.microsoft.com/office/drawing/2014/main" id="{B814EE2F-BABE-4963-BD7E-B4A88D10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111111"/>
            </a:solidFill>
            <a:prstDash val="solid"/>
          </a:ln>
        </p:spPr>
      </p:sp>
      <p:sp>
        <p:nvSpPr>
          <p:cNvPr id="163" name="path-162">
            <a:extLst xmlns:a="http://schemas.openxmlformats.org/drawingml/2006/main">
              <a:ext uri="{FF2B5EF4-FFF2-40B4-BE49-F238E27FC236}">
                <a16:creationId xmlns:a16="http://schemas.microsoft.com/office/drawing/2014/main" id="{E4358B6B-3F11-4D84-AED1-4F5C2A4D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9770"/>
            <a:ext cx="76200" cy="60960"/>
          </a:xfrm>
          <a:custGeom xmlns:a="http://schemas.openxmlformats.org/drawingml/2006/main">
            <a:pathLst>
              <a:path w="76200" h="60960">
                <a:moveTo>
                  <a:pt x="76200" y="30480"/>
                </a:moveTo>
                <a:lnTo>
                  <a:pt x="0" y="0"/>
                </a:lnTo>
                <a:lnTo>
                  <a:pt x="19812" y="30480"/>
                </a:lnTo>
                <a:lnTo>
                  <a:pt x="0" y="6096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64" name="path-163">
            <a:extLst xmlns:a="http://schemas.openxmlformats.org/drawingml/2006/main">
              <a:ext uri="{FF2B5EF4-FFF2-40B4-BE49-F238E27FC236}">
                <a16:creationId xmlns:a16="http://schemas.microsoft.com/office/drawing/2014/main" id="{A281DE7C-8021-4C47-90A2-54C6967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85950"/>
            <a:ext cx="142875" cy="66675"/>
          </a:xfrm>
          <a:custGeom xmlns:a="http://schemas.openxmlformats.org/drawingml/2006/main">
            <a:pathLst>
              <a:path w="142875" h="66675">
                <a:moveTo>
                  <a:pt x="0" y="66675"/>
                </a:moveTo>
                <a:lnTo>
                  <a:pt x="57150" y="0"/>
                </a:lnTo>
                <a:lnTo>
                  <a:pt x="142875" y="0"/>
                </a:lnTo>
                <a:lnTo>
                  <a:pt x="85725" y="66675"/>
                </a:lnTo>
                <a:close/>
              </a:path>
            </a:pathLst>
          </a:cu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65" name="path-164">
            <a:extLst xmlns:a="http://schemas.openxmlformats.org/drawingml/2006/main">
              <a:ext uri="{FF2B5EF4-FFF2-40B4-BE49-F238E27FC236}">
                <a16:creationId xmlns:a16="http://schemas.microsoft.com/office/drawing/2014/main" id="{BD2F7305-203C-4DB4-BC4D-BEEF67E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85950"/>
            <a:ext cx="57150" cy="238125"/>
          </a:xfrm>
          <a:custGeom xmlns:a="http://schemas.openxmlformats.org/drawingml/2006/main">
            <a:pathLst>
              <a:path w="57150" h="238125">
                <a:moveTo>
                  <a:pt x="0" y="66675"/>
                </a:moveTo>
                <a:lnTo>
                  <a:pt x="57150" y="0"/>
                </a:lnTo>
                <a:lnTo>
                  <a:pt x="57150" y="1714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66" name="object-165">
            <a:extLst xmlns:a="http://schemas.openxmlformats.org/drawingml/2006/main">
              <a:ext uri="{FF2B5EF4-FFF2-40B4-BE49-F238E27FC236}">
                <a16:creationId xmlns:a16="http://schemas.microsoft.com/office/drawing/2014/main" id="{87AFB271-ED6A-4E1A-962F-7E599D4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52625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67" name="path-166">
            <a:extLst xmlns:a="http://schemas.openxmlformats.org/drawingml/2006/main">
              <a:ext uri="{FF2B5EF4-FFF2-40B4-BE49-F238E27FC236}">
                <a16:creationId xmlns:a16="http://schemas.microsoft.com/office/drawing/2014/main" id="{D466E0C6-CC68-4336-B5A1-81CAF2F8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752600"/>
            <a:ext cx="228600" cy="114300"/>
          </a:xfrm>
          <a:custGeom xmlns:a="http://schemas.openxmlformats.org/drawingml/2006/main">
            <a:pathLst>
              <a:path w="228600" h="114300">
                <a:moveTo>
                  <a:pt x="0" y="114300"/>
                </a:moveTo>
                <a:lnTo>
                  <a:pt x="95250" y="0"/>
                </a:lnTo>
                <a:lnTo>
                  <a:pt x="228600" y="0"/>
                </a:lnTo>
                <a:lnTo>
                  <a:pt x="133350" y="114300"/>
                </a:lnTo>
                <a:close/>
              </a:path>
            </a:pathLst>
          </a:cu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68" name="path-167">
            <a:extLst xmlns:a="http://schemas.openxmlformats.org/drawingml/2006/main">
              <a:ext uri="{FF2B5EF4-FFF2-40B4-BE49-F238E27FC236}">
                <a16:creationId xmlns:a16="http://schemas.microsoft.com/office/drawing/2014/main" id="{7B7670F0-6316-483A-A003-109F7911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752600"/>
            <a:ext cx="95250" cy="438150"/>
          </a:xfrm>
          <a:custGeom xmlns:a="http://schemas.openxmlformats.org/drawingml/2006/main">
            <a:pathLst>
              <a:path w="95250" h="438150">
                <a:moveTo>
                  <a:pt x="0" y="114300"/>
                </a:moveTo>
                <a:lnTo>
                  <a:pt x="95250" y="0"/>
                </a:lnTo>
                <a:lnTo>
                  <a:pt x="95250" y="3238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69" name="object-168">
            <a:extLst xmlns:a="http://schemas.openxmlformats.org/drawingml/2006/main">
              <a:ext uri="{FF2B5EF4-FFF2-40B4-BE49-F238E27FC236}">
                <a16:creationId xmlns:a16="http://schemas.microsoft.com/office/drawing/2014/main" id="{8446E2E2-F63E-4F02-8B7C-4BD2C23A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866900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70" name="path-169">
            <a:extLst xmlns:a="http://schemas.openxmlformats.org/drawingml/2006/main">
              <a:ext uri="{FF2B5EF4-FFF2-40B4-BE49-F238E27FC236}">
                <a16:creationId xmlns:a16="http://schemas.microsoft.com/office/drawing/2014/main" id="{88B6253C-8EFA-4645-87B3-420F1377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81150"/>
            <a:ext cx="266700" cy="180975"/>
          </a:xfrm>
          <a:custGeom xmlns:a="http://schemas.openxmlformats.org/drawingml/2006/main">
            <a:pathLst>
              <a:path w="266700" h="180975">
                <a:moveTo>
                  <a:pt x="0" y="180975"/>
                </a:moveTo>
                <a:lnTo>
                  <a:pt x="133350" y="0"/>
                </a:lnTo>
                <a:lnTo>
                  <a:pt x="266700" y="0"/>
                </a:lnTo>
                <a:lnTo>
                  <a:pt x="133350" y="180975"/>
                </a:lnTo>
                <a:close/>
              </a:path>
            </a:pathLst>
          </a:cu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71" name="path-170">
            <a:extLst xmlns:a="http://schemas.openxmlformats.org/drawingml/2006/main">
              <a:ext uri="{FF2B5EF4-FFF2-40B4-BE49-F238E27FC236}">
                <a16:creationId xmlns:a16="http://schemas.microsoft.com/office/drawing/2014/main" id="{3CAFCF9A-1194-476E-85C1-F2436F0E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133350" cy="676275"/>
          </a:xfrm>
          <a:custGeom xmlns:a="http://schemas.openxmlformats.org/drawingml/2006/main">
            <a:pathLst>
              <a:path w="133350" h="676275">
                <a:moveTo>
                  <a:pt x="0" y="180975"/>
                </a:moveTo>
                <a:lnTo>
                  <a:pt x="133350" y="0"/>
                </a:lnTo>
                <a:lnTo>
                  <a:pt x="133350" y="495300"/>
                </a:lnTo>
                <a:lnTo>
                  <a:pt x="0" y="676275"/>
                </a:lnTo>
                <a:close/>
              </a:path>
            </a:pathLst>
          </a:cu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172" name="object-171">
            <a:extLst xmlns:a="http://schemas.openxmlformats.org/drawingml/2006/main">
              <a:ext uri="{FF2B5EF4-FFF2-40B4-BE49-F238E27FC236}">
                <a16:creationId xmlns:a16="http://schemas.microsoft.com/office/drawing/2014/main" id="{537BFE93-7052-400C-93A7-05A29B2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2125"/>
            <a:ext cx="13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73" name="path-172">
            <a:extLst xmlns:a="http://schemas.openxmlformats.org/drawingml/2006/main">
              <a:ext uri="{FF2B5EF4-FFF2-40B4-BE49-F238E27FC236}">
                <a16:creationId xmlns:a16="http://schemas.microsoft.com/office/drawing/2014/main" id="{14497AA6-A5CE-4976-AE61-7A72D824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66900"/>
            <a:ext cx="190500" cy="619125"/>
          </a:xfrm>
          <a:custGeom xmlns:a="http://schemas.openxmlformats.org/drawingml/2006/main">
            <a:pathLst>
              <a:path w="190500" h="619125">
                <a:moveTo>
                  <a:pt x="85725" y="0"/>
                </a:moveTo>
                <a:lnTo>
                  <a:pt x="190500" y="0"/>
                </a:lnTo>
                <a:lnTo>
                  <a:pt x="190500" y="619125"/>
                </a:ln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60A4B0"/>
            </a:solidFill>
            <a:prstDash val="solid"/>
          </a:ln>
        </p:spPr>
      </p:sp>
      <p:sp>
        <p:nvSpPr>
          <p:cNvPr id="174" name="path-173">
            <a:extLst xmlns:a="http://schemas.openxmlformats.org/drawingml/2006/main">
              <a:ext uri="{FF2B5EF4-FFF2-40B4-BE49-F238E27FC236}">
                <a16:creationId xmlns:a16="http://schemas.microsoft.com/office/drawing/2014/main" id="{F8B8079C-07BC-4524-8DBC-0B1C75EE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43125"/>
            <a:ext cx="152400" cy="342900"/>
          </a:xfrm>
          <a:custGeom xmlns:a="http://schemas.openxmlformats.org/drawingml/2006/main">
            <a:pathLst>
              <a:path w="152400" h="342900">
                <a:moveTo>
                  <a:pt x="152400" y="342900"/>
                </a:moveTo>
                <a:lnTo>
                  <a:pt x="0" y="342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60A4B0"/>
            </a:solidFill>
            <a:prstDash val="solid"/>
          </a:ln>
        </p:spPr>
      </p:sp>
      <p:sp>
        <p:nvSpPr>
          <p:cNvPr id="175" name="path-174">
            <a:extLst xmlns:a="http://schemas.openxmlformats.org/drawingml/2006/main">
              <a:ext uri="{FF2B5EF4-FFF2-40B4-BE49-F238E27FC236}">
                <a16:creationId xmlns:a16="http://schemas.microsoft.com/office/drawing/2014/main" id="{FA6B5CA5-A601-43DF-A6D4-CD7AC882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445" y="2143125"/>
            <a:ext cx="60960" cy="76200"/>
          </a:xfrm>
          <a:custGeom xmlns:a="http://schemas.openxmlformats.org/drawingml/2006/main">
            <a:pathLst>
              <a:path w="60960" h="76200">
                <a:moveTo>
                  <a:pt x="30480" y="0"/>
                </a:moveTo>
                <a:lnTo>
                  <a:pt x="0" y="76200"/>
                </a:lnTo>
                <a:lnTo>
                  <a:pt x="30480" y="56388"/>
                </a:lnTo>
                <a:lnTo>
                  <a:pt x="60960" y="76200"/>
                </a:lnTo>
                <a:close/>
              </a:path>
            </a:pathLst>
          </a:custGeom>
          <a:solidFill xmlns:a="http://schemas.openxmlformats.org/drawingml/2006/main">
            <a:srgbClr val="60A4B0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176" name="object-175">
            <a:extLst xmlns:a="http://schemas.openxmlformats.org/drawingml/2006/main">
              <a:ext uri="{FF2B5EF4-FFF2-40B4-BE49-F238E27FC236}">
                <a16:creationId xmlns:a16="http://schemas.microsoft.com/office/drawing/2014/main" id="{0349F71E-BDB1-4F30-8AE1-B60C13BB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669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Input-image</a:t>
            </a:r>
          </a:p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skip addition</a:t>
            </a:r>
          </a:p>
        </p:txBody>
      </p:sp>
      <p:sp>
        <p:nvSpPr>
          <p:cNvPr id="177" name="object-176">
            <a:extLst xmlns:a="http://schemas.openxmlformats.org/drawingml/2006/main">
              <a:ext uri="{FF2B5EF4-FFF2-40B4-BE49-F238E27FC236}">
                <a16:creationId xmlns:a16="http://schemas.microsoft.com/office/drawing/2014/main" id="{1477FA71-4F0A-4268-9C64-4AB5080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81150"/>
            <a:ext cx="714375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78" name="object-177">
            <a:extLst xmlns:a="http://schemas.openxmlformats.org/drawingml/2006/main">
              <a:ext uri="{FF2B5EF4-FFF2-40B4-BE49-F238E27FC236}">
                <a16:creationId xmlns:a16="http://schemas.microsoft.com/office/drawing/2014/main" id="{422B1280-4453-4E46-9D72-7E5B0DF4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638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1×1 conv</a:t>
            </a:r>
          </a:p>
        </p:txBody>
      </p:sp>
      <p:sp>
        <p:nvSpPr>
          <p:cNvPr id="179" name="object-178">
            <a:extLst xmlns:a="http://schemas.openxmlformats.org/drawingml/2006/main">
              <a:ext uri="{FF2B5EF4-FFF2-40B4-BE49-F238E27FC236}">
                <a16:creationId xmlns:a16="http://schemas.microsoft.com/office/drawing/2014/main" id="{110004B2-CEE3-41AD-A0C9-4AD72A7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02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 : 8 × H × W</a:t>
            </a:r>
          </a:p>
        </p:txBody>
      </p:sp>
      <p:sp>
        <p:nvSpPr>
          <p:cNvPr id="180" name="object-179">
            <a:extLst xmlns:a="http://schemas.openxmlformats.org/drawingml/2006/main">
              <a:ext uri="{FF2B5EF4-FFF2-40B4-BE49-F238E27FC236}">
                <a16:creationId xmlns:a16="http://schemas.microsoft.com/office/drawing/2014/main" id="{104BCF1B-18B1-4B00-B3EF-D78C3D69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257175" cy="2571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DCE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81" name="path-180">
            <a:extLst xmlns:a="http://schemas.openxmlformats.org/drawingml/2006/main">
              <a:ext uri="{FF2B5EF4-FFF2-40B4-BE49-F238E27FC236}">
                <a16:creationId xmlns:a16="http://schemas.microsoft.com/office/drawing/2014/main" id="{B4F4CA88-DCF2-4B19-86E4-5FC0DE8C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57775"/>
            <a:ext cx="180975" cy="161124"/>
          </a:xfrm>
          <a:custGeom xmlns:a="http://schemas.openxmlformats.org/drawingml/2006/main">
            <a:pathLst>
              <a:path w="180975" h="161124">
                <a:moveTo>
                  <a:pt x="0" y="161124"/>
                </a:moveTo>
                <a:lnTo>
                  <a:pt x="9049" y="160797"/>
                </a:lnTo>
                <a:lnTo>
                  <a:pt x="18097" y="160203"/>
                </a:lnTo>
                <a:lnTo>
                  <a:pt x="27146" y="159132"/>
                </a:lnTo>
                <a:lnTo>
                  <a:pt x="36195" y="157218"/>
                </a:lnTo>
                <a:lnTo>
                  <a:pt x="45244" y="153845"/>
                </a:lnTo>
                <a:lnTo>
                  <a:pt x="54293" y="148057"/>
                </a:lnTo>
                <a:lnTo>
                  <a:pt x="63341" y="138555"/>
                </a:lnTo>
                <a:lnTo>
                  <a:pt x="72390" y="124043"/>
                </a:lnTo>
                <a:lnTo>
                  <a:pt x="81439" y="104148"/>
                </a:lnTo>
                <a:lnTo>
                  <a:pt x="90488" y="80562"/>
                </a:lnTo>
                <a:lnTo>
                  <a:pt x="99536" y="56977"/>
                </a:lnTo>
                <a:lnTo>
                  <a:pt x="108585" y="37081"/>
                </a:lnTo>
                <a:lnTo>
                  <a:pt x="117634" y="22569"/>
                </a:lnTo>
                <a:lnTo>
                  <a:pt x="126682" y="13067"/>
                </a:lnTo>
                <a:lnTo>
                  <a:pt x="135731" y="7279"/>
                </a:lnTo>
                <a:lnTo>
                  <a:pt x="144780" y="3906"/>
                </a:lnTo>
                <a:lnTo>
                  <a:pt x="153829" y="1992"/>
                </a:lnTo>
                <a:lnTo>
                  <a:pt x="162878" y="921"/>
                </a:lnTo>
                <a:lnTo>
                  <a:pt x="171926" y="328"/>
                </a:ln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182" name="object-181">
            <a:extLst xmlns:a="http://schemas.openxmlformats.org/drawingml/2006/main">
              <a:ext uri="{FF2B5EF4-FFF2-40B4-BE49-F238E27FC236}">
                <a16:creationId xmlns:a16="http://schemas.microsoft.com/office/drawing/2014/main" id="{5AB34725-4127-424A-8A8E-B08881FB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619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 : H × W</a:t>
            </a:r>
          </a:p>
        </p:txBody>
      </p:sp>
      <p:sp>
        <p:nvSpPr>
          <p:cNvPr id="183" name="object-182">
            <a:extLst xmlns:a="http://schemas.openxmlformats.org/drawingml/2006/main">
              <a:ext uri="{FF2B5EF4-FFF2-40B4-BE49-F238E27FC236}">
                <a16:creationId xmlns:a16="http://schemas.microsoft.com/office/drawing/2014/main" id="{CF5E821D-46B2-4804-A6FD-EE88D232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200025" cy="2000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DCE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84" name="object-183">
            <a:extLst xmlns:a="http://schemas.openxmlformats.org/drawingml/2006/main">
              <a:ext uri="{FF2B5EF4-FFF2-40B4-BE49-F238E27FC236}">
                <a16:creationId xmlns:a16="http://schemas.microsoft.com/office/drawing/2014/main" id="{FCFBABBD-1E8A-492E-A124-8EE557F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28900"/>
            <a:ext cx="180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5" name="object-184">
            <a:extLst xmlns:a="http://schemas.openxmlformats.org/drawingml/2006/main">
              <a:ext uri="{FF2B5EF4-FFF2-40B4-BE49-F238E27FC236}">
                <a16:creationId xmlns:a16="http://schemas.microsoft.com/office/drawing/2014/main" id="{042E425E-761B-4485-9AF4-2229A091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24125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 dot-product</a:t>
            </a:r>
          </a:p>
        </p:txBody>
      </p:sp>
      <p:sp>
        <p:nvSpPr>
          <p:cNvPr id="186" name="object-185">
            <a:extLst xmlns:a="http://schemas.openxmlformats.org/drawingml/2006/main">
              <a:ext uri="{FF2B5EF4-FFF2-40B4-BE49-F238E27FC236}">
                <a16:creationId xmlns:a16="http://schemas.microsoft.com/office/drawing/2014/main" id="{05DBFD7E-00E6-4AC7-AFDD-8F2AE05D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38500"/>
            <a:ext cx="211455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DAD3E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87" name="object-186">
            <a:extLst xmlns:a="http://schemas.openxmlformats.org/drawingml/2006/main">
              <a:ext uri="{FF2B5EF4-FFF2-40B4-BE49-F238E27FC236}">
                <a16:creationId xmlns:a16="http://schemas.microsoft.com/office/drawing/2014/main" id="{34C679FB-6600-4D08-9C45-97076E4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575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Dense-guided memory</a:t>
            </a:r>
          </a:p>
        </p:txBody>
      </p:sp>
      <p:sp>
        <p:nvSpPr>
          <p:cNvPr id="188" name="object-187">
            <a:extLst xmlns:a="http://schemas.openxmlformats.org/drawingml/2006/main">
              <a:ext uri="{FF2B5EF4-FFF2-40B4-BE49-F238E27FC236}">
                <a16:creationId xmlns:a16="http://schemas.microsoft.com/office/drawing/2014/main" id="{CA98DE91-2706-4FC9-995E-2A166716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956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F′ = F ⊙ (1 + αD↓) + B(D↓)</a:t>
            </a:r>
          </a:p>
        </p:txBody>
      </p:sp>
      <p:sp>
        <p:nvSpPr>
          <p:cNvPr id="189" name="object-188">
            <a:extLst xmlns:a="http://schemas.openxmlformats.org/drawingml/2006/main">
              <a:ext uri="{FF2B5EF4-FFF2-40B4-BE49-F238E27FC236}">
                <a16:creationId xmlns:a16="http://schemas.microsoft.com/office/drawing/2014/main" id="{13346035-AE13-4177-B9E8-98601180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14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 learned queries</a:t>
            </a:r>
          </a:p>
        </p:txBody>
      </p:sp>
      <p:sp>
        <p:nvSpPr>
          <p:cNvPr id="190" name="object-189">
            <a:extLst xmlns:a="http://schemas.openxmlformats.org/drawingml/2006/main">
              <a:ext uri="{FF2B5EF4-FFF2-40B4-BE49-F238E27FC236}">
                <a16:creationId xmlns:a16="http://schemas.microsoft.com/office/drawing/2014/main" id="{984CF9F6-B684-46E8-8B0A-2670B06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29125"/>
            <a:ext cx="933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191" name="path-190">
            <a:extLst xmlns:a="http://schemas.openxmlformats.org/drawingml/2006/main">
              <a:ext uri="{FF2B5EF4-FFF2-40B4-BE49-F238E27FC236}">
                <a16:creationId xmlns:a16="http://schemas.microsoft.com/office/drawing/2014/main" id="{031664D1-9571-4BFD-ABB2-114FCB0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2" name="path-191">
            <a:extLst xmlns:a="http://schemas.openxmlformats.org/drawingml/2006/main">
              <a:ext uri="{FF2B5EF4-FFF2-40B4-BE49-F238E27FC236}">
                <a16:creationId xmlns:a16="http://schemas.microsoft.com/office/drawing/2014/main" id="{742FCDBF-C55E-4FEB-8CCF-C77A035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3" name="path-192">
            <a:extLst xmlns:a="http://schemas.openxmlformats.org/drawingml/2006/main">
              <a:ext uri="{FF2B5EF4-FFF2-40B4-BE49-F238E27FC236}">
                <a16:creationId xmlns:a16="http://schemas.microsoft.com/office/drawing/2014/main" id="{0B1FF74E-33F2-4042-9868-0A7C1115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4" name="path-193">
            <a:extLst xmlns:a="http://schemas.openxmlformats.org/drawingml/2006/main">
              <a:ext uri="{FF2B5EF4-FFF2-40B4-BE49-F238E27FC236}">
                <a16:creationId xmlns:a16="http://schemas.microsoft.com/office/drawing/2014/main" id="{0C3329F2-0508-4025-BAA2-48501158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5" name="path-194">
            <a:extLst xmlns:a="http://schemas.openxmlformats.org/drawingml/2006/main">
              <a:ext uri="{FF2B5EF4-FFF2-40B4-BE49-F238E27FC236}">
                <a16:creationId xmlns:a16="http://schemas.microsoft.com/office/drawing/2014/main" id="{962A2B5A-C675-4F27-B5B9-819B529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6" name="path-195">
            <a:extLst xmlns:a="http://schemas.openxmlformats.org/drawingml/2006/main">
              <a:ext uri="{FF2B5EF4-FFF2-40B4-BE49-F238E27FC236}">
                <a16:creationId xmlns:a16="http://schemas.microsoft.com/office/drawing/2014/main" id="{BFD67DB2-2341-4EB2-85EB-C774816E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7" name="path-196">
            <a:extLst xmlns:a="http://schemas.openxmlformats.org/drawingml/2006/main">
              <a:ext uri="{FF2B5EF4-FFF2-40B4-BE49-F238E27FC236}">
                <a16:creationId xmlns:a16="http://schemas.microsoft.com/office/drawing/2014/main" id="{ECA75B9B-98E7-4B67-AAFC-14D3905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39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8" name="path-197">
            <a:extLst xmlns:a="http://schemas.openxmlformats.org/drawingml/2006/main">
              <a:ext uri="{FF2B5EF4-FFF2-40B4-BE49-F238E27FC236}">
                <a16:creationId xmlns:a16="http://schemas.microsoft.com/office/drawing/2014/main" id="{C9A903D2-20DC-4BA4-BA73-5F15889D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" y="442912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9" name="object-198">
            <a:extLst xmlns:a="http://schemas.openxmlformats.org/drawingml/2006/main">
              <a:ext uri="{FF2B5EF4-FFF2-40B4-BE49-F238E27FC236}">
                <a16:creationId xmlns:a16="http://schemas.microsoft.com/office/drawing/2014/main" id="{E9E87220-7354-4C1E-98DC-0D91BA6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933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00" name="path-199">
            <a:extLst xmlns:a="http://schemas.openxmlformats.org/drawingml/2006/main">
              <a:ext uri="{FF2B5EF4-FFF2-40B4-BE49-F238E27FC236}">
                <a16:creationId xmlns:a16="http://schemas.microsoft.com/office/drawing/2014/main" id="{53AE20C4-1B9C-492B-B035-1B202551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1" name="path-200">
            <a:extLst xmlns:a="http://schemas.openxmlformats.org/drawingml/2006/main">
              <a:ext uri="{FF2B5EF4-FFF2-40B4-BE49-F238E27FC236}">
                <a16:creationId xmlns:a16="http://schemas.microsoft.com/office/drawing/2014/main" id="{739C33CA-BFC9-457A-945B-9AFAAFA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2" name="path-201">
            <a:extLst xmlns:a="http://schemas.openxmlformats.org/drawingml/2006/main">
              <a:ext uri="{FF2B5EF4-FFF2-40B4-BE49-F238E27FC236}">
                <a16:creationId xmlns:a16="http://schemas.microsoft.com/office/drawing/2014/main" id="{C80573B5-0BCD-4B10-9002-7C6377A5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3" name="path-202">
            <a:extLst xmlns:a="http://schemas.openxmlformats.org/drawingml/2006/main">
              <a:ext uri="{FF2B5EF4-FFF2-40B4-BE49-F238E27FC236}">
                <a16:creationId xmlns:a16="http://schemas.microsoft.com/office/drawing/2014/main" id="{5AA7C4AA-A5B0-42B7-BC17-5CD6076E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4" name="path-203">
            <a:extLst xmlns:a="http://schemas.openxmlformats.org/drawingml/2006/main">
              <a:ext uri="{FF2B5EF4-FFF2-40B4-BE49-F238E27FC236}">
                <a16:creationId xmlns:a16="http://schemas.microsoft.com/office/drawing/2014/main" id="{A9BA64E9-F308-4165-BD25-C94470B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5" name="path-204">
            <a:extLst xmlns:a="http://schemas.openxmlformats.org/drawingml/2006/main">
              <a:ext uri="{FF2B5EF4-FFF2-40B4-BE49-F238E27FC236}">
                <a16:creationId xmlns:a16="http://schemas.microsoft.com/office/drawing/2014/main" id="{910561F3-1DD3-4BB0-B12D-3A3A148D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6" name="path-205">
            <a:extLst xmlns:a="http://schemas.openxmlformats.org/drawingml/2006/main">
              <a:ext uri="{FF2B5EF4-FFF2-40B4-BE49-F238E27FC236}">
                <a16:creationId xmlns:a16="http://schemas.microsoft.com/office/drawing/2014/main" id="{18177DC6-1F06-469C-B6B9-B10D497B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29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7" name="path-206">
            <a:extLst xmlns:a="http://schemas.openxmlformats.org/drawingml/2006/main">
              <a:ext uri="{FF2B5EF4-FFF2-40B4-BE49-F238E27FC236}">
                <a16:creationId xmlns:a16="http://schemas.microsoft.com/office/drawing/2014/main" id="{A4B77CA5-21B5-48F6-AB10-C346F0B4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" y="4381500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08" name="object-207">
            <a:extLst xmlns:a="http://schemas.openxmlformats.org/drawingml/2006/main">
              <a:ext uri="{FF2B5EF4-FFF2-40B4-BE49-F238E27FC236}">
                <a16:creationId xmlns:a16="http://schemas.microsoft.com/office/drawing/2014/main" id="{07B0AE1D-8B28-4172-BA8F-D3EF147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33875"/>
            <a:ext cx="9334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D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09" name="path-208">
            <a:extLst xmlns:a="http://schemas.openxmlformats.org/drawingml/2006/main">
              <a:ext uri="{FF2B5EF4-FFF2-40B4-BE49-F238E27FC236}">
                <a16:creationId xmlns:a16="http://schemas.microsoft.com/office/drawing/2014/main" id="{B5D5D462-BC38-4E97-880B-7BCD6A24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0" name="path-209">
            <a:extLst xmlns:a="http://schemas.openxmlformats.org/drawingml/2006/main">
              <a:ext uri="{FF2B5EF4-FFF2-40B4-BE49-F238E27FC236}">
                <a16:creationId xmlns:a16="http://schemas.microsoft.com/office/drawing/2014/main" id="{5C28E0B4-66EB-458F-A28B-B55153CC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1" name="path-210">
            <a:extLst xmlns:a="http://schemas.openxmlformats.org/drawingml/2006/main">
              <a:ext uri="{FF2B5EF4-FFF2-40B4-BE49-F238E27FC236}">
                <a16:creationId xmlns:a16="http://schemas.microsoft.com/office/drawing/2014/main" id="{16845ADF-E592-4DE0-86BA-1FB33C2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2" name="path-211">
            <a:extLst xmlns:a="http://schemas.openxmlformats.org/drawingml/2006/main">
              <a:ext uri="{FF2B5EF4-FFF2-40B4-BE49-F238E27FC236}">
                <a16:creationId xmlns:a16="http://schemas.microsoft.com/office/drawing/2014/main" id="{4F44F60E-FAED-47EB-B3D0-6A0B2F80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3" name="path-212">
            <a:extLst xmlns:a="http://schemas.openxmlformats.org/drawingml/2006/main">
              <a:ext uri="{FF2B5EF4-FFF2-40B4-BE49-F238E27FC236}">
                <a16:creationId xmlns:a16="http://schemas.microsoft.com/office/drawing/2014/main" id="{7F0EAB4A-6150-4DD5-9B94-54F264C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4" name="path-213">
            <a:extLst xmlns:a="http://schemas.openxmlformats.org/drawingml/2006/main">
              <a:ext uri="{FF2B5EF4-FFF2-40B4-BE49-F238E27FC236}">
                <a16:creationId xmlns:a16="http://schemas.microsoft.com/office/drawing/2014/main" id="{A2E68FB4-17EC-4090-AA67-6B963834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5" name="path-214">
            <a:extLst xmlns:a="http://schemas.openxmlformats.org/drawingml/2006/main">
              <a:ext uri="{FF2B5EF4-FFF2-40B4-BE49-F238E27FC236}">
                <a16:creationId xmlns:a16="http://schemas.microsoft.com/office/drawing/2014/main" id="{55405F2A-5F6F-4058-B62A-49F5EA3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6" name="path-215">
            <a:extLst xmlns:a="http://schemas.openxmlformats.org/drawingml/2006/main">
              <a:ext uri="{FF2B5EF4-FFF2-40B4-BE49-F238E27FC236}">
                <a16:creationId xmlns:a16="http://schemas.microsoft.com/office/drawing/2014/main" id="{A794BF76-B827-4BDB-BDF2-67FBEFA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060" y="43338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17" name="object-216">
            <a:extLst xmlns:a="http://schemas.openxmlformats.org/drawingml/2006/main">
              <a:ext uri="{FF2B5EF4-FFF2-40B4-BE49-F238E27FC236}">
                <a16:creationId xmlns:a16="http://schemas.microsoft.com/office/drawing/2014/main" id="{518A7A8A-E8D4-4EB3-9C3A-07B0F11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942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Q₀ : 16 × 160</a:t>
            </a:r>
          </a:p>
        </p:txBody>
      </p:sp>
      <p:sp>
        <p:nvSpPr>
          <p:cNvPr id="218" name="object-217">
            <a:extLst xmlns:a="http://schemas.openxmlformats.org/drawingml/2006/main">
              <a:ext uri="{FF2B5EF4-FFF2-40B4-BE49-F238E27FC236}">
                <a16:creationId xmlns:a16="http://schemas.microsoft.com/office/drawing/2014/main" id="{51DE8521-5B1D-4AD9-9E71-F90637F6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67175"/>
            <a:ext cx="657225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8E9AE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19" name="object-218">
            <a:extLst xmlns:a="http://schemas.openxmlformats.org/drawingml/2006/main">
              <a:ext uri="{FF2B5EF4-FFF2-40B4-BE49-F238E27FC236}">
                <a16:creationId xmlns:a16="http://schemas.microsoft.com/office/drawing/2014/main" id="{BEF56731-12E7-443F-8FF6-896A5243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95750"/>
            <a:ext cx="600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AvgPool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×2 +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Flatten</a:t>
            </a:r>
          </a:p>
        </p:txBody>
      </p:sp>
      <p:sp>
        <p:nvSpPr>
          <p:cNvPr id="220" name="object-219">
            <a:extLst xmlns:a="http://schemas.openxmlformats.org/drawingml/2006/main">
              <a:ext uri="{FF2B5EF4-FFF2-40B4-BE49-F238E27FC236}">
                <a16:creationId xmlns:a16="http://schemas.microsoft.com/office/drawing/2014/main" id="{C45EF643-1621-4F38-9924-B7A5B1D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Memory : 1152 × 160</a:t>
            </a:r>
          </a:p>
        </p:txBody>
      </p:sp>
      <p:sp>
        <p:nvSpPr>
          <p:cNvPr id="221" name="object-220">
            <a:extLst xmlns:a="http://schemas.openxmlformats.org/drawingml/2006/main">
              <a:ext uri="{FF2B5EF4-FFF2-40B4-BE49-F238E27FC236}">
                <a16:creationId xmlns:a16="http://schemas.microsoft.com/office/drawing/2014/main" id="{E8213A73-A592-4412-A8D4-0FA55E3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800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 stride: 8</a:t>
            </a:r>
          </a:p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H/8 = 12</a:t>
            </a:r>
          </a:p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W/8 = 96</a:t>
            </a:r>
          </a:p>
        </p:txBody>
      </p:sp>
      <p:sp>
        <p:nvSpPr>
          <p:cNvPr id="222" name="path-221">
            <a:extLst xmlns:a="http://schemas.openxmlformats.org/drawingml/2006/main">
              <a:ext uri="{FF2B5EF4-FFF2-40B4-BE49-F238E27FC236}">
                <a16:creationId xmlns:a16="http://schemas.microsoft.com/office/drawing/2014/main" id="{6A4854AF-D64A-4BE4-A4BC-34D5E7B6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62400"/>
            <a:ext cx="942975" cy="895350"/>
          </a:xfrm>
          <a:custGeom xmlns:a="http://schemas.openxmlformats.org/drawingml/2006/main">
            <a:pathLst>
              <a:path w="942975" h="895350">
                <a:moveTo>
                  <a:pt x="0" y="0"/>
                </a:moveTo>
                <a:lnTo>
                  <a:pt x="942975" y="238125"/>
                </a:lnTo>
                <a:lnTo>
                  <a:pt x="942975" y="657225"/>
                </a:lnTo>
                <a:lnTo>
                  <a:pt x="0" y="895350"/>
                </a:lnTo>
                <a:close/>
              </a:path>
            </a:pathLst>
          </a:cu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23" name="object-222">
            <a:extLst xmlns:a="http://schemas.openxmlformats.org/drawingml/2006/main">
              <a:ext uri="{FF2B5EF4-FFF2-40B4-BE49-F238E27FC236}">
                <a16:creationId xmlns:a16="http://schemas.microsoft.com/office/drawing/2014/main" id="{D5D6D0AF-2032-49C9-8341-AAEE34DB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Cross-attention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decoder ×4</a:t>
            </a:r>
          </a:p>
        </p:txBody>
      </p:sp>
      <p:sp>
        <p:nvSpPr>
          <p:cNvPr id="224" name="object-223">
            <a:extLst xmlns:a="http://schemas.openxmlformats.org/drawingml/2006/main">
              <a:ext uri="{FF2B5EF4-FFF2-40B4-BE49-F238E27FC236}">
                <a16:creationId xmlns:a16="http://schemas.microsoft.com/office/drawing/2014/main" id="{C463288A-029C-4A5C-BFBB-ECF41C3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57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 : 16 × 160</a:t>
            </a:r>
          </a:p>
        </p:txBody>
      </p:sp>
      <p:sp>
        <p:nvSpPr>
          <p:cNvPr id="225" name="object-224">
            <a:extLst xmlns:a="http://schemas.openxmlformats.org/drawingml/2006/main">
              <a:ext uri="{FF2B5EF4-FFF2-40B4-BE49-F238E27FC236}">
                <a16:creationId xmlns:a16="http://schemas.microsoft.com/office/drawing/2014/main" id="{EE7F592D-D487-4987-94AA-4F266846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0052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26" name="object-225">
            <a:extLst xmlns:a="http://schemas.openxmlformats.org/drawingml/2006/main">
              <a:ext uri="{FF2B5EF4-FFF2-40B4-BE49-F238E27FC236}">
                <a16:creationId xmlns:a16="http://schemas.microsoft.com/office/drawing/2014/main" id="{0D5796C1-99E0-464A-A5C6-643E51D6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9600"/>
            <a:ext cx="542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 × 160</a:t>
            </a:r>
          </a:p>
        </p:txBody>
      </p:sp>
      <p:sp>
        <p:nvSpPr>
          <p:cNvPr id="227" name="object-226">
            <a:extLst xmlns:a="http://schemas.openxmlformats.org/drawingml/2006/main">
              <a:ext uri="{FF2B5EF4-FFF2-40B4-BE49-F238E27FC236}">
                <a16:creationId xmlns:a16="http://schemas.microsoft.com/office/drawing/2014/main" id="{1DDCAE33-AC0A-46BA-8211-B6227AB7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62550"/>
            <a:ext cx="1009650" cy="33337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A18AB5"/>
            </a:solidFill>
            <a:prstDash val="dash"/>
          </a:ln>
        </p:spPr>
      </p:sp>
      <p:sp>
        <p:nvSpPr>
          <p:cNvPr id="228" name="object-227">
            <a:extLst xmlns:a="http://schemas.openxmlformats.org/drawingml/2006/main">
              <a:ext uri="{FF2B5EF4-FFF2-40B4-BE49-F238E27FC236}">
                <a16:creationId xmlns:a16="http://schemas.microsoft.com/office/drawing/2014/main" id="{FA782F33-1ADE-435F-A62A-1262EAE3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911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D↓, dense map down-</a:t>
            </a:r>
          </a:p>
          <a:p xmlns:a="http://schemas.openxmlformats.org/drawingml/2006/main">
            <a:pPr algn="ctr">
              <a:defRPr sz="8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sampled to F resolution</a:t>
            </a:r>
          </a:p>
        </p:txBody>
      </p:sp>
      <p:sp>
        <p:nvSpPr>
          <p:cNvPr id="229" name="object-228">
            <a:extLst xmlns:a="http://schemas.openxmlformats.org/drawingml/2006/main">
              <a:ext uri="{FF2B5EF4-FFF2-40B4-BE49-F238E27FC236}">
                <a16:creationId xmlns:a16="http://schemas.microsoft.com/office/drawing/2014/main" id="{89F95F0E-1070-4927-B1A2-7FC08396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162550"/>
            <a:ext cx="1114425" cy="33337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A18AB5"/>
            </a:solidFill>
            <a:prstDash val="dash"/>
          </a:ln>
        </p:spPr>
      </p:sp>
      <p:sp>
        <p:nvSpPr>
          <p:cNvPr id="230" name="object-229">
            <a:extLst xmlns:a="http://schemas.openxmlformats.org/drawingml/2006/main">
              <a:ext uri="{FF2B5EF4-FFF2-40B4-BE49-F238E27FC236}">
                <a16:creationId xmlns:a16="http://schemas.microsoft.com/office/drawing/2014/main" id="{7A4E9B2F-8EA2-4813-9B20-7B2FB876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91125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Cross-attention + FFN</a:t>
            </a:r>
          </a:p>
          <a:p xmlns:a="http://schemas.openxmlformats.org/drawingml/2006/main">
            <a:pPr algn="ctr"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self-attention</a:t>
            </a:r>
          </a:p>
        </p:txBody>
      </p:sp>
      <p:sp>
        <p:nvSpPr>
          <p:cNvPr id="231" name="path-230">
            <a:extLst xmlns:a="http://schemas.openxmlformats.org/drawingml/2006/main">
              <a:ext uri="{FF2B5EF4-FFF2-40B4-BE49-F238E27FC236}">
                <a16:creationId xmlns:a16="http://schemas.microsoft.com/office/drawing/2014/main" id="{7F9D3CDD-95B0-414A-82BD-721F5B09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848225"/>
            <a:ext cx="152400" cy="314325"/>
          </a:xfrm>
          <a:custGeom xmlns:a="http://schemas.openxmlformats.org/drawingml/2006/main">
            <a:pathLst>
              <a:path w="152400" h="314325">
                <a:moveTo>
                  <a:pt x="0" y="314325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A18AB5"/>
            </a:solidFill>
            <a:prstDash val="dash"/>
          </a:ln>
        </p:spPr>
      </p:sp>
      <p:sp>
        <p:nvSpPr>
          <p:cNvPr id="232" name="path-231">
            <a:extLst xmlns:a="http://schemas.openxmlformats.org/drawingml/2006/main">
              <a:ext uri="{FF2B5EF4-FFF2-40B4-BE49-F238E27FC236}">
                <a16:creationId xmlns:a16="http://schemas.microsoft.com/office/drawing/2014/main" id="{C9A9F085-D085-4D48-B980-3AA85CD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955" y="4848225"/>
            <a:ext cx="60670" cy="81863"/>
          </a:xfrm>
          <a:custGeom xmlns:a="http://schemas.openxmlformats.org/drawingml/2006/main">
            <a:pathLst>
              <a:path w="60670" h="81863">
                <a:moveTo>
                  <a:pt x="60670" y="0"/>
                </a:moveTo>
                <a:lnTo>
                  <a:pt x="0" y="55268"/>
                </a:lnTo>
                <a:lnTo>
                  <a:pt x="36070" y="50739"/>
                </a:lnTo>
                <a:lnTo>
                  <a:pt x="54853" y="81863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33" name="path-232">
            <a:extLst xmlns:a="http://schemas.openxmlformats.org/drawingml/2006/main">
              <a:ext uri="{FF2B5EF4-FFF2-40B4-BE49-F238E27FC236}">
                <a16:creationId xmlns:a16="http://schemas.microsoft.com/office/drawing/2014/main" id="{CCE45936-CC65-497F-BA77-3769E135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52975"/>
            <a:ext cx="200025" cy="400050"/>
          </a:xfrm>
          <a:custGeom xmlns:a="http://schemas.openxmlformats.org/drawingml/2006/main">
            <a:pathLst>
              <a:path w="200025" h="400050">
                <a:moveTo>
                  <a:pt x="0" y="40005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A18AB5"/>
            </a:solidFill>
            <a:prstDash val="dash"/>
          </a:ln>
        </p:spPr>
      </p:sp>
      <p:sp>
        <p:nvSpPr>
          <p:cNvPr id="234" name="path-233">
            <a:extLst xmlns:a="http://schemas.openxmlformats.org/drawingml/2006/main">
              <a:ext uri="{FF2B5EF4-FFF2-40B4-BE49-F238E27FC236}">
                <a16:creationId xmlns:a16="http://schemas.microsoft.com/office/drawing/2014/main" id="{B05FA22B-E7EB-40F5-92A4-5F811322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5" y="4752975"/>
            <a:ext cx="61340" cy="81786"/>
          </a:xfrm>
          <a:custGeom xmlns:a="http://schemas.openxmlformats.org/drawingml/2006/main">
            <a:pathLst>
              <a:path w="61340" h="81786">
                <a:moveTo>
                  <a:pt x="61340" y="0"/>
                </a:moveTo>
                <a:lnTo>
                  <a:pt x="0" y="54524"/>
                </a:lnTo>
                <a:lnTo>
                  <a:pt x="36122" y="50435"/>
                </a:lnTo>
                <a:lnTo>
                  <a:pt x="54524" y="81786"/>
                </a:lnTo>
                <a:close/>
              </a:path>
            </a:pathLst>
          </a:custGeom>
          <a:solidFill xmlns:a="http://schemas.openxmlformats.org/drawingml/2006/main">
            <a:srgbClr val="A18AB5"/>
          </a:solidFill>
          <a:ln xmlns:a="http://schemas.openxmlformats.org/drawingml/2006/main" w="7620">
            <a:noFill/>
            <a:prstDash val="solid"/>
          </a:ln>
        </p:spPr>
      </p:sp>
      <p:sp>
        <p:nvSpPr>
          <p:cNvPr id="235" name="object-234">
            <a:extLst xmlns:a="http://schemas.openxmlformats.org/drawingml/2006/main">
              <a:ext uri="{FF2B5EF4-FFF2-40B4-BE49-F238E27FC236}">
                <a16:creationId xmlns:a16="http://schemas.microsoft.com/office/drawing/2014/main" id="{11BB1062-322C-432D-850F-C5EE7477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57550"/>
            <a:ext cx="6953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E9B4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36" name="object-235">
            <a:extLst xmlns:a="http://schemas.openxmlformats.org/drawingml/2006/main">
              <a:ext uri="{FF2B5EF4-FFF2-40B4-BE49-F238E27FC236}">
                <a16:creationId xmlns:a16="http://schemas.microsoft.com/office/drawing/2014/main" id="{514EA8AE-81AB-4DD6-9B37-3DDAAC9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76600"/>
            <a:ext cx="65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237" name="object-236">
            <a:extLst xmlns:a="http://schemas.openxmlformats.org/drawingml/2006/main">
              <a:ext uri="{FF2B5EF4-FFF2-40B4-BE49-F238E27FC236}">
                <a16:creationId xmlns:a16="http://schemas.microsoft.com/office/drawing/2014/main" id="{8BDFCED5-B01B-4642-AC03-6509EE8F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 × 8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A1B4009-919E-45D3-ACA9-53DAF79C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19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DE9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39" name="object-237">
            <a:extLst xmlns:a="http://schemas.openxmlformats.org/drawingml/2006/main">
              <a:ext uri="{FF2B5EF4-FFF2-40B4-BE49-F238E27FC236}">
                <a16:creationId xmlns:a16="http://schemas.microsoft.com/office/drawing/2014/main" id="{D0E301C8-F456-4BC2-9EA1-457DA035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19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dot</a:t>
            </a:r>
          </a:p>
        </p:txBody>
      </p:sp>
      <p:sp>
        <p:nvSpPr>
          <p:cNvPr id="240" name="object-238">
            <a:extLst xmlns:a="http://schemas.openxmlformats.org/drawingml/2006/main">
              <a:ext uri="{FF2B5EF4-FFF2-40B4-BE49-F238E27FC236}">
                <a16:creationId xmlns:a16="http://schemas.microsoft.com/office/drawing/2014/main" id="{8D331D5F-3754-4085-8891-8FB3558F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38500"/>
            <a:ext cx="180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41" name="object-239">
            <a:extLst xmlns:a="http://schemas.openxmlformats.org/drawingml/2006/main">
              <a:ext uri="{FF2B5EF4-FFF2-40B4-BE49-F238E27FC236}">
                <a16:creationId xmlns:a16="http://schemas.microsoft.com/office/drawing/2014/main" id="{DB7B0A76-E29A-486D-AC06-961F59ED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42" name="object-240">
            <a:extLst xmlns:a="http://schemas.openxmlformats.org/drawingml/2006/main">
              <a:ext uri="{FF2B5EF4-FFF2-40B4-BE49-F238E27FC236}">
                <a16:creationId xmlns:a16="http://schemas.microsoft.com/office/drawing/2014/main" id="{3B645A9F-81E3-4AD6-973F-1ED15487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7810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43" name="object-241">
            <a:extLst xmlns:a="http://schemas.openxmlformats.org/drawingml/2006/main">
              <a:ext uri="{FF2B5EF4-FFF2-40B4-BE49-F238E27FC236}">
                <a16:creationId xmlns:a16="http://schemas.microsoft.com/office/drawing/2014/main" id="{8B0AEB70-BF57-47B1-98FA-AED31F73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14675"/>
            <a:ext cx="7810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44" name="object-242">
            <a:extLst xmlns:a="http://schemas.openxmlformats.org/drawingml/2006/main">
              <a:ext uri="{FF2B5EF4-FFF2-40B4-BE49-F238E27FC236}">
                <a16:creationId xmlns:a16="http://schemas.microsoft.com/office/drawing/2014/main" id="{AEBA996D-F887-4259-90C9-254F08B3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7810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45" name="object-243">
            <a:extLst xmlns:a="http://schemas.openxmlformats.org/drawingml/2006/main">
              <a:ext uri="{FF2B5EF4-FFF2-40B4-BE49-F238E27FC236}">
                <a16:creationId xmlns:a16="http://schemas.microsoft.com/office/drawing/2014/main" id="{E3A630C9-6116-4108-BD56-78D3CB1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48025"/>
            <a:ext cx="781050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C6DFC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46" name="object-244">
            <a:extLst xmlns:a="http://schemas.openxmlformats.org/drawingml/2006/main">
              <a:ext uri="{FF2B5EF4-FFF2-40B4-BE49-F238E27FC236}">
                <a16:creationId xmlns:a16="http://schemas.microsoft.com/office/drawing/2014/main" id="{3BC1D957-509F-466D-A5DD-003D5733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Query-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conditioned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refiner</a:t>
            </a:r>
          </a:p>
        </p:txBody>
      </p:sp>
      <p:sp>
        <p:nvSpPr>
          <p:cNvPr id="247" name="object-245">
            <a:extLst xmlns:a="http://schemas.openxmlformats.org/drawingml/2006/main">
              <a:ext uri="{FF2B5EF4-FFF2-40B4-BE49-F238E27FC236}">
                <a16:creationId xmlns:a16="http://schemas.microsoft.com/office/drawing/2014/main" id="{BA4D5B8E-D382-4076-A162-4EF6551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714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Stride 2 · FiLM</a:t>
            </a:r>
          </a:p>
        </p:txBody>
      </p:sp>
      <p:sp>
        <p:nvSpPr>
          <p:cNvPr id="248" name="object-246">
            <a:extLst xmlns:a="http://schemas.openxmlformats.org/drawingml/2006/main">
              <a:ext uri="{FF2B5EF4-FFF2-40B4-BE49-F238E27FC236}">
                <a16:creationId xmlns:a16="http://schemas.microsoft.com/office/drawing/2014/main" id="{D1E36867-1A38-48B3-9F93-03BD6C6C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88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Ink cue</a:t>
            </a:r>
          </a:p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Q-conditioning</a:t>
            </a:r>
          </a:p>
        </p:txBody>
      </p:sp>
      <p:sp>
        <p:nvSpPr>
          <p:cNvPr id="249" name="object-247">
            <a:extLst xmlns:a="http://schemas.openxmlformats.org/drawingml/2006/main">
              <a:ext uri="{FF2B5EF4-FFF2-40B4-BE49-F238E27FC236}">
                <a16:creationId xmlns:a16="http://schemas.microsoft.com/office/drawing/2014/main" id="{72E19DC6-53E6-4719-853A-79236C2E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90975"/>
            <a:ext cx="180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0AA97C2-CAE1-4C3B-A906-44CABBEF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24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DE9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51" name="object-248">
            <a:extLst xmlns:a="http://schemas.openxmlformats.org/drawingml/2006/main">
              <a:ext uri="{FF2B5EF4-FFF2-40B4-BE49-F238E27FC236}">
                <a16:creationId xmlns:a16="http://schemas.microsoft.com/office/drawing/2014/main" id="{06978B50-7CE9-4583-9C86-9715876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24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52" name="object-249">
            <a:extLst xmlns:a="http://schemas.openxmlformats.org/drawingml/2006/main">
              <a:ext uri="{FF2B5EF4-FFF2-40B4-BE49-F238E27FC236}">
                <a16:creationId xmlns:a16="http://schemas.microsoft.com/office/drawing/2014/main" id="{E5868B69-8BFE-4247-B705-0D76477D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86300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5D4A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53" name="object-250">
            <a:extLst xmlns:a="http://schemas.openxmlformats.org/drawingml/2006/main">
              <a:ext uri="{FF2B5EF4-FFF2-40B4-BE49-F238E27FC236}">
                <a16:creationId xmlns:a16="http://schemas.microsoft.com/office/drawing/2014/main" id="{A5738C3F-4305-4DDC-8181-4145E265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053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Objectness</a:t>
            </a:r>
          </a:p>
        </p:txBody>
      </p:sp>
      <p:sp>
        <p:nvSpPr>
          <p:cNvPr id="254" name="object-251">
            <a:extLst xmlns:a="http://schemas.openxmlformats.org/drawingml/2006/main">
              <a:ext uri="{FF2B5EF4-FFF2-40B4-BE49-F238E27FC236}">
                <a16:creationId xmlns:a16="http://schemas.microsoft.com/office/drawing/2014/main" id="{A326C732-BBB1-4337-A303-B199E736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86350"/>
            <a:ext cx="666750" cy="276225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5D4A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55" name="object-252">
            <a:extLst xmlns:a="http://schemas.openxmlformats.org/drawingml/2006/main">
              <a:ext uri="{FF2B5EF4-FFF2-40B4-BE49-F238E27FC236}">
                <a16:creationId xmlns:a16="http://schemas.microsoft.com/office/drawing/2014/main" id="{A93A817E-25E2-4EF4-B589-527DCB8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054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256" name="object-253">
            <a:extLst xmlns:a="http://schemas.openxmlformats.org/drawingml/2006/main">
              <a:ext uri="{FF2B5EF4-FFF2-40B4-BE49-F238E27FC236}">
                <a16:creationId xmlns:a16="http://schemas.microsoft.com/office/drawing/2014/main" id="{A33F73AC-4C86-4D43-8BA1-1AAB1EF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053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DCE5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57" name="path-254">
            <a:extLst xmlns:a="http://schemas.openxmlformats.org/drawingml/2006/main">
              <a:ext uri="{FF2B5EF4-FFF2-40B4-BE49-F238E27FC236}">
                <a16:creationId xmlns:a16="http://schemas.microsoft.com/office/drawing/2014/main" id="{BF287745-681E-47D9-BEF6-B016105C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212"/>
            <a:ext cx="104775" cy="85301"/>
          </a:xfrm>
          <a:custGeom xmlns:a="http://schemas.openxmlformats.org/drawingml/2006/main">
            <a:pathLst>
              <a:path w="104775" h="85301">
                <a:moveTo>
                  <a:pt x="0" y="85301"/>
                </a:moveTo>
                <a:lnTo>
                  <a:pt x="5239" y="85128"/>
                </a:lnTo>
                <a:lnTo>
                  <a:pt x="10478" y="84813"/>
                </a:lnTo>
                <a:lnTo>
                  <a:pt x="15716" y="84247"/>
                </a:lnTo>
                <a:lnTo>
                  <a:pt x="20955" y="83233"/>
                </a:lnTo>
                <a:lnTo>
                  <a:pt x="26194" y="81447"/>
                </a:lnTo>
                <a:lnTo>
                  <a:pt x="31432" y="78383"/>
                </a:lnTo>
                <a:lnTo>
                  <a:pt x="36671" y="73353"/>
                </a:lnTo>
                <a:lnTo>
                  <a:pt x="41910" y="65670"/>
                </a:lnTo>
                <a:lnTo>
                  <a:pt x="47149" y="55137"/>
                </a:lnTo>
                <a:lnTo>
                  <a:pt x="52388" y="42651"/>
                </a:lnTo>
                <a:lnTo>
                  <a:pt x="57626" y="30164"/>
                </a:lnTo>
                <a:lnTo>
                  <a:pt x="62865" y="19631"/>
                </a:lnTo>
                <a:lnTo>
                  <a:pt x="68104" y="11948"/>
                </a:lnTo>
                <a:lnTo>
                  <a:pt x="73343" y="6918"/>
                </a:lnTo>
                <a:lnTo>
                  <a:pt x="78581" y="3854"/>
                </a:lnTo>
                <a:lnTo>
                  <a:pt x="83820" y="2068"/>
                </a:lnTo>
                <a:lnTo>
                  <a:pt x="89059" y="1055"/>
                </a:lnTo>
                <a:lnTo>
                  <a:pt x="94297" y="488"/>
                </a:lnTo>
                <a:lnTo>
                  <a:pt x="99536" y="173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258" name="object-255">
            <a:extLst xmlns:a="http://schemas.openxmlformats.org/drawingml/2006/main">
              <a:ext uri="{FF2B5EF4-FFF2-40B4-BE49-F238E27FC236}">
                <a16:creationId xmlns:a16="http://schemas.microsoft.com/office/drawing/2014/main" id="{C80F8B3F-6DE6-48D1-AAC8-C3330E0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876800"/>
            <a:ext cx="103822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E5ED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59" name="object-256">
            <a:extLst xmlns:a="http://schemas.openxmlformats.org/drawingml/2006/main">
              <a:ext uri="{FF2B5EF4-FFF2-40B4-BE49-F238E27FC236}">
                <a16:creationId xmlns:a16="http://schemas.microsoft.com/office/drawing/2014/main" id="{15742B04-640B-46AB-82CA-4501389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 =</a:t>
            </a:r>
          </a:p>
        </p:txBody>
      </p:sp>
      <p:sp>
        <p:nvSpPr>
          <p:cNvPr id="260" name="path-257">
            <a:extLst xmlns:a="http://schemas.openxmlformats.org/drawingml/2006/main">
              <a:ext uri="{FF2B5EF4-FFF2-40B4-BE49-F238E27FC236}">
                <a16:creationId xmlns:a16="http://schemas.microsoft.com/office/drawing/2014/main" id="{A15FD16F-BC6C-4E60-A7A3-895BA508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14900"/>
            <a:ext cx="704850" cy="142875"/>
          </a:xfrm>
          <a:custGeom xmlns:a="http://schemas.openxmlformats.org/drawingml/2006/main">
            <a:pathLst>
              <a:path w="704850" h="142875">
                <a:moveTo>
                  <a:pt x="0" y="76200"/>
                </a:moveTo>
                <a:lnTo>
                  <a:pt x="28575" y="57150"/>
                </a:lnTo>
                <a:lnTo>
                  <a:pt x="57150" y="142875"/>
                </a:lnTo>
                <a:lnTo>
                  <a:pt x="104775" y="0"/>
                </a:ln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111111"/>
            </a:solidFill>
            <a:prstDash val="solid"/>
          </a:ln>
        </p:spPr>
      </p:sp>
      <p:sp>
        <p:nvSpPr>
          <p:cNvPr id="261" name="object-258">
            <a:extLst xmlns:a="http://schemas.openxmlformats.org/drawingml/2006/main">
              <a:ext uri="{FF2B5EF4-FFF2-40B4-BE49-F238E27FC236}">
                <a16:creationId xmlns:a16="http://schemas.microsoft.com/office/drawing/2014/main" id="{81D07635-2739-49ED-B5DD-CCF3861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933950"/>
            <a:ext cx="7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62" name="object-259">
            <a:extLst xmlns:a="http://schemas.openxmlformats.org/drawingml/2006/main">
              <a:ext uri="{FF2B5EF4-FFF2-40B4-BE49-F238E27FC236}">
                <a16:creationId xmlns:a16="http://schemas.microsoft.com/office/drawing/2014/main" id="{0F01571D-F24D-48B5-BB11-67283984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91100"/>
            <a:ext cx="133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</a:t>
            </a:r>
          </a:p>
        </p:txBody>
      </p:sp>
      <p:sp>
        <p:nvSpPr>
          <p:cNvPr id="263" name="object-260">
            <a:extLst xmlns:a="http://schemas.openxmlformats.org/drawingml/2006/main">
              <a:ext uri="{FF2B5EF4-FFF2-40B4-BE49-F238E27FC236}">
                <a16:creationId xmlns:a16="http://schemas.microsoft.com/office/drawing/2014/main" id="{1AA981C2-AF46-4676-9D4A-57613B44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43475"/>
            <a:ext cx="66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·</a:t>
            </a:r>
          </a:p>
        </p:txBody>
      </p:sp>
      <p:sp>
        <p:nvSpPr>
          <p:cNvPr id="264" name="object-261">
            <a:extLst xmlns:a="http://schemas.openxmlformats.org/drawingml/2006/main">
              <a:ext uri="{FF2B5EF4-FFF2-40B4-BE49-F238E27FC236}">
                <a16:creationId xmlns:a16="http://schemas.microsoft.com/office/drawing/2014/main" id="{33C90C95-A540-4350-A3F1-A5D8323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76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65" name="object-262">
            <a:extLst xmlns:a="http://schemas.openxmlformats.org/drawingml/2006/main">
              <a:ext uri="{FF2B5EF4-FFF2-40B4-BE49-F238E27FC236}">
                <a16:creationId xmlns:a16="http://schemas.microsoft.com/office/drawing/2014/main" id="{DD487899-A24C-4DBF-BEE1-26B9F179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91100"/>
            <a:ext cx="2571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quality</a:t>
            </a:r>
          </a:p>
        </p:txBody>
      </p:sp>
      <p:sp>
        <p:nvSpPr>
          <p:cNvPr id="266" name="object-263">
            <a:extLst xmlns:a="http://schemas.openxmlformats.org/drawingml/2006/main">
              <a:ext uri="{FF2B5EF4-FFF2-40B4-BE49-F238E27FC236}">
                <a16:creationId xmlns:a16="http://schemas.microsoft.com/office/drawing/2014/main" id="{2BA14E78-604E-46C6-BD65-DA7B7CE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562100"/>
            <a:ext cx="7239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B87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67" name="object-264">
            <a:extLst xmlns:a="http://schemas.openxmlformats.org/drawingml/2006/main">
              <a:ext uri="{FF2B5EF4-FFF2-40B4-BE49-F238E27FC236}">
                <a16:creationId xmlns:a16="http://schemas.microsoft.com/office/drawing/2014/main" id="{D5BFC32C-B26D-4CFD-93B5-F1540960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695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F"/>
          </a:solidFill>
          <a:ln xmlns:a="http://schemas.openxmlformats.org/drawingml/2006/main" w="7620">
            <a:solidFill>
              <a:srgbClr val="B8D7D2"/>
            </a:solidFill>
          </a:ln>
        </p:spPr>
      </p:sp>
      <p:sp>
        <p:nvSpPr>
          <p:cNvPr id="268" name="object-265">
            <a:extLst xmlns:a="http://schemas.openxmlformats.org/drawingml/2006/main">
              <a:ext uri="{FF2B5EF4-FFF2-40B4-BE49-F238E27FC236}">
                <a16:creationId xmlns:a16="http://schemas.microsoft.com/office/drawing/2014/main" id="{F6A113B8-E4BE-49A1-800C-0971C29B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76400"/>
            <a:ext cx="7048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08"/>
          </a:solidFill>
          <a:ln xmlns:a="http://schemas.openxmlformats.org/drawingml/2006/main" w="7620">
            <a:solidFill>
              <a:srgbClr val="9DBFB8"/>
            </a:solidFill>
          </a:ln>
        </p:spPr>
      </p:sp>
      <p:pic>
        <p:nvPicPr>
          <p:cNvPr id="5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cb61c221e4c21"/>
          <a:stretch xmlns:a="http://schemas.openxmlformats.org/drawingml/2006/main"/>
        </p:blipFill>
        <p:spPr>
          <a:xfrm xmlns:a="http://schemas.openxmlformats.org/drawingml/2006/main">
            <a:off x="8886825" y="1704975"/>
            <a:ext cx="638175" cy="666750"/>
          </a:xfrm>
          <a:prstGeom xmlns:a="http://schemas.openxmlformats.org/drawingml/2006/main" prst="rect">
            <a:avLst/>
          </a:prstGeom>
        </p:spPr>
      </p:pic>
      <p:sp>
        <p:nvSpPr>
          <p:cNvPr id="270" name="object-266">
            <a:extLst xmlns:a="http://schemas.openxmlformats.org/drawingml/2006/main">
              <a:ext uri="{FF2B5EF4-FFF2-40B4-BE49-F238E27FC236}">
                <a16:creationId xmlns:a16="http://schemas.microsoft.com/office/drawing/2014/main" id="{F05169DC-4709-48C0-ACBD-AFABE98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38400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Instance masks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 scores</a:t>
            </a:r>
          </a:p>
        </p:txBody>
      </p:sp>
      <p:sp>
        <p:nvSpPr>
          <p:cNvPr id="271" name="object-267">
            <a:extLst xmlns:a="http://schemas.openxmlformats.org/drawingml/2006/main">
              <a:ext uri="{FF2B5EF4-FFF2-40B4-BE49-F238E27FC236}">
                <a16:creationId xmlns:a16="http://schemas.microsoft.com/office/drawing/2014/main" id="{DD34F4A9-8940-4703-BD52-E05C3E5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43225"/>
            <a:ext cx="1019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 masks M₀</a:t>
            </a:r>
          </a:p>
        </p:txBody>
      </p:sp>
      <p:sp>
        <p:nvSpPr>
          <p:cNvPr id="272" name="object-268">
            <a:extLst xmlns:a="http://schemas.openxmlformats.org/drawingml/2006/main">
              <a:ext uri="{FF2B5EF4-FFF2-40B4-BE49-F238E27FC236}">
                <a16:creationId xmlns:a16="http://schemas.microsoft.com/office/drawing/2014/main" id="{C9E2CDE1-4035-46B3-96E6-D5C123D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561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B57C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73" name="object-269">
            <a:extLst xmlns:a="http://schemas.openxmlformats.org/drawingml/2006/main">
              <a:ext uri="{FF2B5EF4-FFF2-40B4-BE49-F238E27FC236}">
                <a16:creationId xmlns:a16="http://schemas.microsoft.com/office/drawing/2014/main" id="{5092754F-6541-4360-8644-B6B3BE78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5810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909"/>
          </a:solidFill>
          <a:ln xmlns:a="http://schemas.openxmlformats.org/drawingml/2006/main" w="7620">
            <a:solidFill>
              <a:srgbClr val="A3BCB5"/>
            </a:solidFill>
          </a:ln>
        </p:spPr>
      </p:sp>
      <p:pic>
        <p:nvPicPr>
          <p:cNvPr id="5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4906c9f404362"/>
          <a:stretch xmlns:a="http://schemas.openxmlformats.org/drawingml/2006/main"/>
        </p:blipFill>
        <p:spPr>
          <a:xfrm xmlns:a="http://schemas.openxmlformats.org/drawingml/2006/main">
            <a:off x="7924800" y="3238500"/>
            <a:ext cx="533400" cy="561975"/>
          </a:xfrm>
          <a:prstGeom xmlns:a="http://schemas.openxmlformats.org/drawingml/2006/main" prst="rect">
            <a:avLst/>
          </a:prstGeom>
        </p:spPr>
      </p:pic>
      <p:sp>
        <p:nvSpPr>
          <p:cNvPr id="275" name="object-270">
            <a:extLst xmlns:a="http://schemas.openxmlformats.org/drawingml/2006/main">
              <a:ext uri="{FF2B5EF4-FFF2-40B4-BE49-F238E27FC236}">
                <a16:creationId xmlns:a16="http://schemas.microsoft.com/office/drawing/2014/main" id="{05C9D1B2-EACB-4449-AECE-BEA5BA98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Refined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instance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masks</a:t>
            </a:r>
          </a:p>
        </p:txBody>
      </p:sp>
      <p:sp>
        <p:nvSpPr>
          <p:cNvPr id="276" name="object-271">
            <a:extLst xmlns:a="http://schemas.openxmlformats.org/drawingml/2006/main">
              <a:ext uri="{FF2B5EF4-FFF2-40B4-BE49-F238E27FC236}">
                <a16:creationId xmlns:a16="http://schemas.microsoft.com/office/drawing/2014/main" id="{67705C0E-42D2-4098-8A7C-C43E02B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590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2E1DF"/>
          </a:solidFill>
          <a:ln xmlns:a="http://schemas.openxmlformats.org/drawingml/2006/main" w="7620">
            <a:solidFill>
              <a:srgbClr val="111111"/>
            </a:solidFill>
          </a:ln>
        </p:spPr>
      </p:sp>
      <p:sp>
        <p:nvSpPr>
          <p:cNvPr id="277" name="object-272">
            <a:extLst xmlns:a="http://schemas.openxmlformats.org/drawingml/2006/main">
              <a:ext uri="{FF2B5EF4-FFF2-40B4-BE49-F238E27FC236}">
                <a16:creationId xmlns:a16="http://schemas.microsoft.com/office/drawing/2014/main" id="{984E177A-E2DA-41A6-AE59-1F4DB4CF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Soft-OR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union</a:t>
            </a:r>
          </a:p>
        </p:txBody>
      </p:sp>
      <p:sp>
        <p:nvSpPr>
          <p:cNvPr id="278" name="object-273">
            <a:extLst xmlns:a="http://schemas.openxmlformats.org/drawingml/2006/main">
              <a:ext uri="{FF2B5EF4-FFF2-40B4-BE49-F238E27FC236}">
                <a16:creationId xmlns:a16="http://schemas.microsoft.com/office/drawing/2014/main" id="{82FA9826-CC56-40C9-B449-05992BB6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528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79" name="path-274">
            <a:extLst xmlns:a="http://schemas.openxmlformats.org/drawingml/2006/main">
              <a:ext uri="{FF2B5EF4-FFF2-40B4-BE49-F238E27FC236}">
                <a16:creationId xmlns:a16="http://schemas.microsoft.com/office/drawing/2014/main" id="{A085EB57-C267-4A9F-BF96-8ED2C363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581025" cy="800100"/>
          </a:xfrm>
          <a:custGeom xmlns:a="http://schemas.openxmlformats.org/drawingml/2006/main">
            <a:pathLst>
              <a:path w="581025" h="800100">
                <a:moveTo>
                  <a:pt x="0" y="0"/>
                </a:moveTo>
                <a:lnTo>
                  <a:pt x="581025" y="171450"/>
                </a:lnTo>
                <a:lnTo>
                  <a:pt x="581025" y="628650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C3D8E9"/>
          </a:solidFill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0" name="object-275">
            <a:extLst xmlns:a="http://schemas.openxmlformats.org/drawingml/2006/main">
              <a:ext uri="{FF2B5EF4-FFF2-40B4-BE49-F238E27FC236}">
                <a16:creationId xmlns:a16="http://schemas.microsoft.com/office/drawing/2014/main" id="{E937AA4D-971D-4082-A135-4CE22BA1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514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Learned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gate</a:t>
            </a:r>
          </a:p>
        </p:txBody>
      </p:sp>
      <p:sp>
        <p:nvSpPr>
          <p:cNvPr id="281" name="object-276">
            <a:extLst xmlns:a="http://schemas.openxmlformats.org/drawingml/2006/main">
              <a:ext uri="{FF2B5EF4-FFF2-40B4-BE49-F238E27FC236}">
                <a16:creationId xmlns:a16="http://schemas.microsoft.com/office/drawing/2014/main" id="{02D3F6D6-44E8-4DD8-9623-4BBAFAB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72000"/>
            <a:ext cx="238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[D,</a:t>
            </a:r>
          </a:p>
        </p:txBody>
      </p:sp>
      <p:sp>
        <p:nvSpPr>
          <p:cNvPr id="282" name="object-277">
            <a:extLst xmlns:a="http://schemas.openxmlformats.org/drawingml/2006/main">
              <a:ext uri="{FF2B5EF4-FFF2-40B4-BE49-F238E27FC236}">
                <a16:creationId xmlns:a16="http://schemas.microsoft.com/office/drawing/2014/main" id="{2DE54FAE-9AD1-4427-B15C-4676B40F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U,</a:t>
            </a:r>
          </a:p>
        </p:txBody>
      </p:sp>
      <p:sp>
        <p:nvSpPr>
          <p:cNvPr id="283" name="object-278">
            <a:extLst xmlns:a="http://schemas.openxmlformats.org/drawingml/2006/main">
              <a:ext uri="{FF2B5EF4-FFF2-40B4-BE49-F238E27FC236}">
                <a16:creationId xmlns:a16="http://schemas.microsoft.com/office/drawing/2014/main" id="{E58D41B4-8A68-4F02-8B92-5E6C262B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|D−U|,</a:t>
            </a:r>
          </a:p>
        </p:txBody>
      </p:sp>
      <p:sp>
        <p:nvSpPr>
          <p:cNvPr id="284" name="object-279">
            <a:extLst xmlns:a="http://schemas.openxmlformats.org/drawingml/2006/main">
              <a:ext uri="{FF2B5EF4-FFF2-40B4-BE49-F238E27FC236}">
                <a16:creationId xmlns:a16="http://schemas.microsoft.com/office/drawing/2014/main" id="{3BB2CCC7-2966-491D-A174-C7CD053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435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Ink]</a:t>
            </a:r>
          </a:p>
        </p:txBody>
      </p:sp>
      <p:sp>
        <p:nvSpPr>
          <p:cNvPr id="285" name="object-280">
            <a:extLst xmlns:a="http://schemas.openxmlformats.org/drawingml/2006/main">
              <a:ext uri="{FF2B5EF4-FFF2-40B4-BE49-F238E27FC236}">
                <a16:creationId xmlns:a16="http://schemas.microsoft.com/office/drawing/2014/main" id="{B6F57B97-394A-4BCF-9524-B338D85B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00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Fused foreground</a:t>
            </a:r>
          </a:p>
        </p:txBody>
      </p:sp>
      <p:sp>
        <p:nvSpPr>
          <p:cNvPr id="286" name="object-281">
            <a:extLst xmlns:a="http://schemas.openxmlformats.org/drawingml/2006/main">
              <a:ext uri="{FF2B5EF4-FFF2-40B4-BE49-F238E27FC236}">
                <a16:creationId xmlns:a16="http://schemas.microsoft.com/office/drawing/2014/main" id="{B05AA19E-976C-4B94-8D30-3032A46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815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= gD + (1−g)U</a:t>
            </a:r>
          </a:p>
        </p:txBody>
      </p:sp>
      <p:sp>
        <p:nvSpPr>
          <p:cNvPr id="287" name="object-282">
            <a:extLst xmlns:a="http://schemas.openxmlformats.org/drawingml/2006/main">
              <a:ext uri="{FF2B5EF4-FFF2-40B4-BE49-F238E27FC236}">
                <a16:creationId xmlns:a16="http://schemas.microsoft.com/office/drawing/2014/main" id="{D932C1D5-7AC5-4F14-81D9-C7FB8B4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00575"/>
            <a:ext cx="5905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pic>
        <p:nvPicPr>
          <p:cNvPr id="5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0804e27d5443b"/>
          <a:stretch xmlns:a="http://schemas.openxmlformats.org/drawingml/2006/main"/>
        </p:blipFill>
        <p:spPr>
          <a:xfrm xmlns:a="http://schemas.openxmlformats.org/drawingml/2006/main">
            <a:off x="9001125" y="4629150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289" name="object-283">
            <a:extLst xmlns:a="http://schemas.openxmlformats.org/drawingml/2006/main">
              <a:ext uri="{FF2B5EF4-FFF2-40B4-BE49-F238E27FC236}">
                <a16:creationId xmlns:a16="http://schemas.microsoft.com/office/drawing/2014/main" id="{21FCF08A-D404-4874-B7CC-D1F62BE8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292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Auxiliary fused</a:t>
            </a:r>
          </a:p>
          <a:p xmlns:a="http://schemas.openxmlformats.org/drawingml/2006/main">
            <a:pPr algn="ctr"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foreground</a:t>
            </a:r>
          </a:p>
        </p:txBody>
      </p:sp>
    </p:spTree>
    <p:extLst>
      <p:ext uri="{BB962C8B-B14F-4D97-AF65-F5344CB8AC3E}">
        <p14:creationId xmlns:p14="http://schemas.microsoft.com/office/powerpoint/2010/main" val="1773506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1:created xsi:type="dcterms:W3CDTF">2026-09-07T07:41:17.5730000Z</ns1:created>
  <ns1:modified xsi:type="dcterms:W3CDTF">2026-09-07T07:41:17.5730000Z</ns1:modified>
</ns0:coreProperties>
</file>