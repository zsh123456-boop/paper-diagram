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5f33dd9d204c4f" /><Relationship Type="http://schemas.openxmlformats.org/officeDocument/2006/relationships/extended-properties" Target="/docProps/app.xml" Id="Ree42c5e3fdbb474d" /><Relationship Type="http://schemas.openxmlformats.org/officeDocument/2006/relationships/officeDocument" Target="/ppt/presentation.xml" Id="Ra522fab39fd242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3ce115fdb44d90"/>
  </p:sldMasterIdLst>
  <p:notesMasterIdLst>
    <p:notesMasterId xmlns:r="http://schemas.openxmlformats.org/officeDocument/2006/relationships" r:id="Re632884fa0524197"/>
  </p:notesMasterIdLst>
  <p:sldIdLst>
    <p:sldId xmlns:r="http://schemas.openxmlformats.org/officeDocument/2006/relationships" id="256" r:id="R7dc1aed421654576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6d9b30c93f4191" /><Relationship Type="http://schemas.openxmlformats.org/officeDocument/2006/relationships/slideMaster" Target="/ppt/slideMasters/slideMaster1.xml" Id="Rfa3ce115fdb44d90" /><Relationship Type="http://schemas.openxmlformats.org/officeDocument/2006/relationships/notesMaster" Target="/ppt/notesMasters/notesMaster1.xml" Id="Re632884fa0524197" /><Relationship Type="http://schemas.openxmlformats.org/officeDocument/2006/relationships/presProps" Target="/ppt/presProps.xml" Id="Ra3801e70417e48cd" /><Relationship Type="http://schemas.openxmlformats.org/officeDocument/2006/relationships/tableStyles" Target="/ppt/tableStyles.xml" Id="Re09f59eb1db84ce7" /><Relationship Type="http://schemas.openxmlformats.org/officeDocument/2006/relationships/slide" Target="/ppt/slides/slide1.xml" Id="R7dc1aed4216545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d1d86bf48b43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f31fe2a1714131" /><Relationship Type="http://schemas.openxmlformats.org/officeDocument/2006/relationships/notesMaster" Target="/ppt/notesMasters/notesMaster1.xml" Id="Ra8a94e669bbb41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51ddfba68c45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6fbe90289e4f23" /><Relationship Type="http://schemas.openxmlformats.org/officeDocument/2006/relationships/slideLayout" Target="/ppt/slideLayouts/slideLayout1.xml" Id="Ra3b073b65b674b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b073b65b674b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a9a352390e4b41" /><Relationship Type="http://schemas.openxmlformats.org/officeDocument/2006/relationships/notesSlide" Target="/ppt/notesSlides/notesSlide1.xml" Id="R3408cd4d951d422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5656596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Presentation</dc:title>
  <ns2:created xsi:type="dcterms:W3CDTF">2026-09-07T02:51:02.0280000Z</ns2:created>
  <ns2:modified xsi:type="dcterms:W3CDTF">2026-09-07T02:51:02.0280000Z</ns2:modified>
</ns0:coreProperties>
</file>